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99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7C0B7B0-8617-41ED-BEB2-B655F519D9AB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4C8DCC95-ED5F-4F10-AB90-B89668D48899}">
      <dgm:prSet/>
      <dgm:spPr/>
      <dgm:t>
        <a:bodyPr/>
        <a:lstStyle/>
        <a:p>
          <a:pPr>
            <a:defRPr cap="all"/>
          </a:pPr>
          <a:r>
            <a:rPr lang="en-US"/>
            <a:t>- Alphabets are stored in arrays.</a:t>
          </a:r>
        </a:p>
      </dgm:t>
    </dgm:pt>
    <dgm:pt modelId="{9D56A63D-5028-433F-9872-2E125E47954B}" type="parTrans" cxnId="{1C000470-65C2-4258-9543-8F8CFD32FA9C}">
      <dgm:prSet/>
      <dgm:spPr/>
      <dgm:t>
        <a:bodyPr/>
        <a:lstStyle/>
        <a:p>
          <a:endParaRPr lang="en-US"/>
        </a:p>
      </dgm:t>
    </dgm:pt>
    <dgm:pt modelId="{2F29359C-1CEA-4C9F-84FC-45426362CC7E}" type="sibTrans" cxnId="{1C000470-65C2-4258-9543-8F8CFD32FA9C}">
      <dgm:prSet/>
      <dgm:spPr/>
      <dgm:t>
        <a:bodyPr/>
        <a:lstStyle/>
        <a:p>
          <a:endParaRPr lang="en-US"/>
        </a:p>
      </dgm:t>
    </dgm:pt>
    <dgm:pt modelId="{22B5A427-1D3A-49D5-9D10-0A1A2F00654B}">
      <dgm:prSet/>
      <dgm:spPr/>
      <dgm:t>
        <a:bodyPr/>
        <a:lstStyle/>
        <a:p>
          <a:pPr>
            <a:defRPr cap="all"/>
          </a:pPr>
          <a:r>
            <a:rPr lang="en-US"/>
            <a:t>- First two rows are populated at the top.</a:t>
          </a:r>
        </a:p>
      </dgm:t>
    </dgm:pt>
    <dgm:pt modelId="{BFC9D468-0B35-4E30-A9FD-F5833F8A5E25}" type="parTrans" cxnId="{2A54CAF2-EF1D-4EE0-94C2-49078F0DFDC2}">
      <dgm:prSet/>
      <dgm:spPr/>
      <dgm:t>
        <a:bodyPr/>
        <a:lstStyle/>
        <a:p>
          <a:endParaRPr lang="en-US"/>
        </a:p>
      </dgm:t>
    </dgm:pt>
    <dgm:pt modelId="{F0D4B056-AEAC-4ADE-96EA-D35528483E27}" type="sibTrans" cxnId="{2A54CAF2-EF1D-4EE0-94C2-49078F0DFDC2}">
      <dgm:prSet/>
      <dgm:spPr/>
      <dgm:t>
        <a:bodyPr/>
        <a:lstStyle/>
        <a:p>
          <a:endParaRPr lang="en-US"/>
        </a:p>
      </dgm:t>
    </dgm:pt>
    <dgm:pt modelId="{3456E6A9-C59E-4028-961E-D6C860BFB990}">
      <dgm:prSet/>
      <dgm:spPr/>
      <dgm:t>
        <a:bodyPr/>
        <a:lstStyle/>
        <a:p>
          <a:pPr>
            <a:defRPr cap="all"/>
          </a:pPr>
          <a:r>
            <a:rPr lang="en-US"/>
            <a:t>- A shooter is drawn at the bottom.</a:t>
          </a:r>
        </a:p>
      </dgm:t>
    </dgm:pt>
    <dgm:pt modelId="{7A1BD42B-C810-49AB-9EE2-BBE32E2E8509}" type="parTrans" cxnId="{EC32EE16-7789-4AE2-9708-F2F89BEE3126}">
      <dgm:prSet/>
      <dgm:spPr/>
      <dgm:t>
        <a:bodyPr/>
        <a:lstStyle/>
        <a:p>
          <a:endParaRPr lang="en-US"/>
        </a:p>
      </dgm:t>
    </dgm:pt>
    <dgm:pt modelId="{0E53D43A-87E7-482A-A640-8BB1EB61314C}" type="sibTrans" cxnId="{EC32EE16-7789-4AE2-9708-F2F89BEE3126}">
      <dgm:prSet/>
      <dgm:spPr/>
      <dgm:t>
        <a:bodyPr/>
        <a:lstStyle/>
        <a:p>
          <a:endParaRPr lang="en-US"/>
        </a:p>
      </dgm:t>
    </dgm:pt>
    <dgm:pt modelId="{85C5DA62-0BDA-47A1-A46E-D85557909C79}">
      <dgm:prSet/>
      <dgm:spPr/>
      <dgm:t>
        <a:bodyPr/>
        <a:lstStyle/>
        <a:p>
          <a:pPr>
            <a:defRPr cap="all"/>
          </a:pPr>
          <a:r>
            <a:rPr lang="en-US"/>
            <a:t>- Clicking the mouse shoots a bubble that attaches to columns.</a:t>
          </a:r>
        </a:p>
      </dgm:t>
    </dgm:pt>
    <dgm:pt modelId="{B3E0E09A-3A25-4439-8D9C-613F5EC5AE1D}" type="parTrans" cxnId="{ABC75191-6ADF-442F-8D59-D86596D0272D}">
      <dgm:prSet/>
      <dgm:spPr/>
      <dgm:t>
        <a:bodyPr/>
        <a:lstStyle/>
        <a:p>
          <a:endParaRPr lang="en-US"/>
        </a:p>
      </dgm:t>
    </dgm:pt>
    <dgm:pt modelId="{4CEA3A09-1CFD-4304-86E0-8172239998BB}" type="sibTrans" cxnId="{ABC75191-6ADF-442F-8D59-D86596D0272D}">
      <dgm:prSet/>
      <dgm:spPr/>
      <dgm:t>
        <a:bodyPr/>
        <a:lstStyle/>
        <a:p>
          <a:endParaRPr lang="en-US"/>
        </a:p>
      </dgm:t>
    </dgm:pt>
    <dgm:pt modelId="{417F3734-2E9E-45FA-84C9-AF90440946DB}">
      <dgm:prSet/>
      <dgm:spPr/>
      <dgm:t>
        <a:bodyPr/>
        <a:lstStyle/>
        <a:p>
          <a:pPr>
            <a:defRPr cap="all"/>
          </a:pPr>
          <a:r>
            <a:rPr lang="en-US"/>
            <a:t>- Words are checked for formation and burst when valid.</a:t>
          </a:r>
        </a:p>
      </dgm:t>
    </dgm:pt>
    <dgm:pt modelId="{DE0F1AFD-1A84-4071-B0B0-12F7ACA52FF2}" type="parTrans" cxnId="{805596BA-C2DC-4B27-937B-9B7AED4E665B}">
      <dgm:prSet/>
      <dgm:spPr/>
      <dgm:t>
        <a:bodyPr/>
        <a:lstStyle/>
        <a:p>
          <a:endParaRPr lang="en-US"/>
        </a:p>
      </dgm:t>
    </dgm:pt>
    <dgm:pt modelId="{2D4EE183-FDDC-4BC4-AFD7-5FA8C9A374DA}" type="sibTrans" cxnId="{805596BA-C2DC-4B27-937B-9B7AED4E665B}">
      <dgm:prSet/>
      <dgm:spPr/>
      <dgm:t>
        <a:bodyPr/>
        <a:lstStyle/>
        <a:p>
          <a:endParaRPr lang="en-US"/>
        </a:p>
      </dgm:t>
    </dgm:pt>
    <dgm:pt modelId="{D38EB18B-FDA1-460A-8E74-32DFA150CED4}">
      <dgm:prSet/>
      <dgm:spPr/>
      <dgm:t>
        <a:bodyPr/>
        <a:lstStyle/>
        <a:p>
          <a:pPr>
            <a:defRPr cap="all"/>
          </a:pPr>
          <a:r>
            <a:rPr lang="en-US"/>
            <a:t>- Score is awarded for each bubble burst.</a:t>
          </a:r>
        </a:p>
      </dgm:t>
    </dgm:pt>
    <dgm:pt modelId="{62378610-4D79-41CB-9711-77FABC34513A}" type="parTrans" cxnId="{5410C767-A9D7-4C46-B42A-55D6F6A76EB1}">
      <dgm:prSet/>
      <dgm:spPr/>
      <dgm:t>
        <a:bodyPr/>
        <a:lstStyle/>
        <a:p>
          <a:endParaRPr lang="en-US"/>
        </a:p>
      </dgm:t>
    </dgm:pt>
    <dgm:pt modelId="{8EDBA8AB-AA8A-4A32-84B4-52CCCAA49E81}" type="sibTrans" cxnId="{5410C767-A9D7-4C46-B42A-55D6F6A76EB1}">
      <dgm:prSet/>
      <dgm:spPr/>
      <dgm:t>
        <a:bodyPr/>
        <a:lstStyle/>
        <a:p>
          <a:endParaRPr lang="en-US"/>
        </a:p>
      </dgm:t>
    </dgm:pt>
    <dgm:pt modelId="{AA702C11-4A2B-4FB9-B694-A6196D383F77}">
      <dgm:prSet/>
      <dgm:spPr/>
      <dgm:t>
        <a:bodyPr/>
        <a:lstStyle/>
        <a:p>
          <a:pPr>
            <a:defRPr cap="all"/>
          </a:pPr>
          <a:r>
            <a:rPr lang="en-US"/>
            <a:t>- Game ends after 150 seconds with a 'Game Over' message.</a:t>
          </a:r>
        </a:p>
      </dgm:t>
    </dgm:pt>
    <dgm:pt modelId="{6F9D8F95-F2C2-4DA0-9CDE-FE6A57908E35}" type="parTrans" cxnId="{87F0818E-9BDF-47D5-981C-6D0D356C3635}">
      <dgm:prSet/>
      <dgm:spPr/>
      <dgm:t>
        <a:bodyPr/>
        <a:lstStyle/>
        <a:p>
          <a:endParaRPr lang="en-US"/>
        </a:p>
      </dgm:t>
    </dgm:pt>
    <dgm:pt modelId="{A2E0C753-542E-4448-A899-7CC90473B918}" type="sibTrans" cxnId="{87F0818E-9BDF-47D5-981C-6D0D356C3635}">
      <dgm:prSet/>
      <dgm:spPr/>
      <dgm:t>
        <a:bodyPr/>
        <a:lstStyle/>
        <a:p>
          <a:endParaRPr lang="en-US"/>
        </a:p>
      </dgm:t>
    </dgm:pt>
    <dgm:pt modelId="{1A8BB944-5042-4E1D-843D-B891B9A91EB4}" type="pres">
      <dgm:prSet presAssocID="{E7C0B7B0-8617-41ED-BEB2-B655F519D9AB}" presName="root" presStyleCnt="0">
        <dgm:presLayoutVars>
          <dgm:dir/>
          <dgm:resizeHandles val="exact"/>
        </dgm:presLayoutVars>
      </dgm:prSet>
      <dgm:spPr/>
    </dgm:pt>
    <dgm:pt modelId="{2943BD01-9086-4825-A2A1-2EDB72A51485}" type="pres">
      <dgm:prSet presAssocID="{4C8DCC95-ED5F-4F10-AB90-B89668D48899}" presName="compNode" presStyleCnt="0"/>
      <dgm:spPr/>
    </dgm:pt>
    <dgm:pt modelId="{BE54CCD7-B0B3-4C5D-892A-8730700C54DF}" type="pres">
      <dgm:prSet presAssocID="{4C8DCC95-ED5F-4F10-AB90-B89668D48899}" presName="iconBgRect" presStyleLbl="bgShp" presStyleIdx="0" presStyleCnt="7"/>
      <dgm:spPr/>
    </dgm:pt>
    <dgm:pt modelId="{E89CF361-7F5C-4841-AB20-A9527F142826}" type="pres">
      <dgm:prSet presAssocID="{4C8DCC95-ED5F-4F10-AB90-B89668D48899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nner"/>
        </a:ext>
      </dgm:extLst>
    </dgm:pt>
    <dgm:pt modelId="{D1E5009E-D748-46E9-98CA-152F986387DA}" type="pres">
      <dgm:prSet presAssocID="{4C8DCC95-ED5F-4F10-AB90-B89668D48899}" presName="spaceRect" presStyleCnt="0"/>
      <dgm:spPr/>
    </dgm:pt>
    <dgm:pt modelId="{2A3C9B5E-B433-4466-8A8C-2C5710E6F22F}" type="pres">
      <dgm:prSet presAssocID="{4C8DCC95-ED5F-4F10-AB90-B89668D48899}" presName="textRect" presStyleLbl="revTx" presStyleIdx="0" presStyleCnt="7">
        <dgm:presLayoutVars>
          <dgm:chMax val="1"/>
          <dgm:chPref val="1"/>
        </dgm:presLayoutVars>
      </dgm:prSet>
      <dgm:spPr/>
    </dgm:pt>
    <dgm:pt modelId="{E82A276F-CFA8-488E-939E-E59C2499F10E}" type="pres">
      <dgm:prSet presAssocID="{2F29359C-1CEA-4C9F-84FC-45426362CC7E}" presName="sibTrans" presStyleCnt="0"/>
      <dgm:spPr/>
    </dgm:pt>
    <dgm:pt modelId="{F07D9CEE-AAFC-449B-B683-435B3B807D2A}" type="pres">
      <dgm:prSet presAssocID="{22B5A427-1D3A-49D5-9D10-0A1A2F00654B}" presName="compNode" presStyleCnt="0"/>
      <dgm:spPr/>
    </dgm:pt>
    <dgm:pt modelId="{446C57C0-9C04-4B0A-B12A-B7B0307DCC16}" type="pres">
      <dgm:prSet presAssocID="{22B5A427-1D3A-49D5-9D10-0A1A2F00654B}" presName="iconBgRect" presStyleLbl="bgShp" presStyleIdx="1" presStyleCnt="7"/>
      <dgm:spPr/>
    </dgm:pt>
    <dgm:pt modelId="{C2D3E879-90A5-4BFF-B69A-E5A2DC3D7FFC}" type="pres">
      <dgm:prSet presAssocID="{22B5A427-1D3A-49D5-9D10-0A1A2F00654B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CE4AE553-77C3-42C2-A5EA-25B3C488CDD7}" type="pres">
      <dgm:prSet presAssocID="{22B5A427-1D3A-49D5-9D10-0A1A2F00654B}" presName="spaceRect" presStyleCnt="0"/>
      <dgm:spPr/>
    </dgm:pt>
    <dgm:pt modelId="{5E1243D7-9BC1-4909-95CE-3DB07C57C806}" type="pres">
      <dgm:prSet presAssocID="{22B5A427-1D3A-49D5-9D10-0A1A2F00654B}" presName="textRect" presStyleLbl="revTx" presStyleIdx="1" presStyleCnt="7">
        <dgm:presLayoutVars>
          <dgm:chMax val="1"/>
          <dgm:chPref val="1"/>
        </dgm:presLayoutVars>
      </dgm:prSet>
      <dgm:spPr/>
    </dgm:pt>
    <dgm:pt modelId="{6B4E388D-1560-459A-9894-33678441444E}" type="pres">
      <dgm:prSet presAssocID="{F0D4B056-AEAC-4ADE-96EA-D35528483E27}" presName="sibTrans" presStyleCnt="0"/>
      <dgm:spPr/>
    </dgm:pt>
    <dgm:pt modelId="{8BB9BCC9-4493-454C-BCB5-86236D40FFC1}" type="pres">
      <dgm:prSet presAssocID="{3456E6A9-C59E-4028-961E-D6C860BFB990}" presName="compNode" presStyleCnt="0"/>
      <dgm:spPr/>
    </dgm:pt>
    <dgm:pt modelId="{12A4E00C-474D-4286-B203-0D03E7D16C2A}" type="pres">
      <dgm:prSet presAssocID="{3456E6A9-C59E-4028-961E-D6C860BFB990}" presName="iconBgRect" presStyleLbl="bgShp" presStyleIdx="2" presStyleCnt="7"/>
      <dgm:spPr/>
    </dgm:pt>
    <dgm:pt modelId="{CD3BB22D-11D4-4C2A-84F2-B9E411884E33}" type="pres">
      <dgm:prSet presAssocID="{3456E6A9-C59E-4028-961E-D6C860BFB990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ber"/>
        </a:ext>
      </dgm:extLst>
    </dgm:pt>
    <dgm:pt modelId="{9DE56521-53D8-4D8C-AD5A-DA8DE48B34C2}" type="pres">
      <dgm:prSet presAssocID="{3456E6A9-C59E-4028-961E-D6C860BFB990}" presName="spaceRect" presStyleCnt="0"/>
      <dgm:spPr/>
    </dgm:pt>
    <dgm:pt modelId="{CACA7D70-9768-4315-BDAF-B537A2CD4597}" type="pres">
      <dgm:prSet presAssocID="{3456E6A9-C59E-4028-961E-D6C860BFB990}" presName="textRect" presStyleLbl="revTx" presStyleIdx="2" presStyleCnt="7">
        <dgm:presLayoutVars>
          <dgm:chMax val="1"/>
          <dgm:chPref val="1"/>
        </dgm:presLayoutVars>
      </dgm:prSet>
      <dgm:spPr/>
    </dgm:pt>
    <dgm:pt modelId="{E1E978AA-B06A-456B-9E4E-7B9EB3514FD1}" type="pres">
      <dgm:prSet presAssocID="{0E53D43A-87E7-482A-A640-8BB1EB61314C}" presName="sibTrans" presStyleCnt="0"/>
      <dgm:spPr/>
    </dgm:pt>
    <dgm:pt modelId="{05529233-52F3-47AD-97C9-040995896D60}" type="pres">
      <dgm:prSet presAssocID="{85C5DA62-0BDA-47A1-A46E-D85557909C79}" presName="compNode" presStyleCnt="0"/>
      <dgm:spPr/>
    </dgm:pt>
    <dgm:pt modelId="{F0AE05CB-A532-4C67-A947-56BFD9F2CFB4}" type="pres">
      <dgm:prSet presAssocID="{85C5DA62-0BDA-47A1-A46E-D85557909C79}" presName="iconBgRect" presStyleLbl="bgShp" presStyleIdx="3" presStyleCnt="7"/>
      <dgm:spPr/>
    </dgm:pt>
    <dgm:pt modelId="{A7E83F17-635D-4F94-BCBE-F96F3AB3BC46}" type="pres">
      <dgm:prSet presAssocID="{85C5DA62-0BDA-47A1-A46E-D85557909C79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t"/>
        </a:ext>
      </dgm:extLst>
    </dgm:pt>
    <dgm:pt modelId="{68F7D95D-E825-4C8B-9C43-EA51C8BBB19D}" type="pres">
      <dgm:prSet presAssocID="{85C5DA62-0BDA-47A1-A46E-D85557909C79}" presName="spaceRect" presStyleCnt="0"/>
      <dgm:spPr/>
    </dgm:pt>
    <dgm:pt modelId="{8C4F97A0-DE32-41D8-B1A1-C95787566DAA}" type="pres">
      <dgm:prSet presAssocID="{85C5DA62-0BDA-47A1-A46E-D85557909C79}" presName="textRect" presStyleLbl="revTx" presStyleIdx="3" presStyleCnt="7">
        <dgm:presLayoutVars>
          <dgm:chMax val="1"/>
          <dgm:chPref val="1"/>
        </dgm:presLayoutVars>
      </dgm:prSet>
      <dgm:spPr/>
    </dgm:pt>
    <dgm:pt modelId="{0313957E-3DA9-40BF-B479-06C04D29F650}" type="pres">
      <dgm:prSet presAssocID="{4CEA3A09-1CFD-4304-86E0-8172239998BB}" presName="sibTrans" presStyleCnt="0"/>
      <dgm:spPr/>
    </dgm:pt>
    <dgm:pt modelId="{788BA7B4-A642-452E-995F-96BE25F050FF}" type="pres">
      <dgm:prSet presAssocID="{417F3734-2E9E-45FA-84C9-AF90440946DB}" presName="compNode" presStyleCnt="0"/>
      <dgm:spPr/>
    </dgm:pt>
    <dgm:pt modelId="{090D179F-BDBC-4156-8FB8-5C02C75569EE}" type="pres">
      <dgm:prSet presAssocID="{417F3734-2E9E-45FA-84C9-AF90440946DB}" presName="iconBgRect" presStyleLbl="bgShp" presStyleIdx="4" presStyleCnt="7"/>
      <dgm:spPr/>
    </dgm:pt>
    <dgm:pt modelId="{FC57C1B0-D9F8-440D-904A-4F307E7E6612}" type="pres">
      <dgm:prSet presAssocID="{417F3734-2E9E-45FA-84C9-AF90440946DB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 Check"/>
        </a:ext>
      </dgm:extLst>
    </dgm:pt>
    <dgm:pt modelId="{2EFF6641-EEEF-42C1-9C88-D2D1FB8A458C}" type="pres">
      <dgm:prSet presAssocID="{417F3734-2E9E-45FA-84C9-AF90440946DB}" presName="spaceRect" presStyleCnt="0"/>
      <dgm:spPr/>
    </dgm:pt>
    <dgm:pt modelId="{01043485-4395-4A04-ABDA-E51F5188292C}" type="pres">
      <dgm:prSet presAssocID="{417F3734-2E9E-45FA-84C9-AF90440946DB}" presName="textRect" presStyleLbl="revTx" presStyleIdx="4" presStyleCnt="7">
        <dgm:presLayoutVars>
          <dgm:chMax val="1"/>
          <dgm:chPref val="1"/>
        </dgm:presLayoutVars>
      </dgm:prSet>
      <dgm:spPr/>
    </dgm:pt>
    <dgm:pt modelId="{F8CE0730-AA59-43E5-A5BA-D7C2780479C9}" type="pres">
      <dgm:prSet presAssocID="{2D4EE183-FDDC-4BC4-AFD7-5FA8C9A374DA}" presName="sibTrans" presStyleCnt="0"/>
      <dgm:spPr/>
    </dgm:pt>
    <dgm:pt modelId="{E596225E-D396-4DAD-A845-D6D764CA2D7D}" type="pres">
      <dgm:prSet presAssocID="{D38EB18B-FDA1-460A-8E74-32DFA150CED4}" presName="compNode" presStyleCnt="0"/>
      <dgm:spPr/>
    </dgm:pt>
    <dgm:pt modelId="{4FDEFF4F-062E-4430-8685-AA9BE3C62EF2}" type="pres">
      <dgm:prSet presAssocID="{D38EB18B-FDA1-460A-8E74-32DFA150CED4}" presName="iconBgRect" presStyleLbl="bgShp" presStyleIdx="5" presStyleCnt="7"/>
      <dgm:spPr/>
    </dgm:pt>
    <dgm:pt modelId="{66F9002E-ADEF-486B-80F8-CED75FBC7631}" type="pres">
      <dgm:prSet presAssocID="{D38EB18B-FDA1-460A-8E74-32DFA150CED4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ought bubble"/>
        </a:ext>
      </dgm:extLst>
    </dgm:pt>
    <dgm:pt modelId="{96C81B80-03E6-4253-9EB4-83CAA4FE1691}" type="pres">
      <dgm:prSet presAssocID="{D38EB18B-FDA1-460A-8E74-32DFA150CED4}" presName="spaceRect" presStyleCnt="0"/>
      <dgm:spPr/>
    </dgm:pt>
    <dgm:pt modelId="{304E914B-8A58-4593-AFD2-F6CD0D40C876}" type="pres">
      <dgm:prSet presAssocID="{D38EB18B-FDA1-460A-8E74-32DFA150CED4}" presName="textRect" presStyleLbl="revTx" presStyleIdx="5" presStyleCnt="7">
        <dgm:presLayoutVars>
          <dgm:chMax val="1"/>
          <dgm:chPref val="1"/>
        </dgm:presLayoutVars>
      </dgm:prSet>
      <dgm:spPr/>
    </dgm:pt>
    <dgm:pt modelId="{2EF5CD19-4976-45F9-A5CF-C6AD8806591A}" type="pres">
      <dgm:prSet presAssocID="{8EDBA8AB-AA8A-4A32-84B4-52CCCAA49E81}" presName="sibTrans" presStyleCnt="0"/>
      <dgm:spPr/>
    </dgm:pt>
    <dgm:pt modelId="{225D6D73-341A-462A-AD7E-A3C97FE00218}" type="pres">
      <dgm:prSet presAssocID="{AA702C11-4A2B-4FB9-B694-A6196D383F77}" presName="compNode" presStyleCnt="0"/>
      <dgm:spPr/>
    </dgm:pt>
    <dgm:pt modelId="{409155F0-EA80-4D48-A2CD-7D7D8B459EC1}" type="pres">
      <dgm:prSet presAssocID="{AA702C11-4A2B-4FB9-B694-A6196D383F77}" presName="iconBgRect" presStyleLbl="bgShp" presStyleIdx="6" presStyleCnt="7"/>
      <dgm:spPr/>
    </dgm:pt>
    <dgm:pt modelId="{27C00FFF-7E5E-410F-8ACC-60CD27829482}" type="pres">
      <dgm:prSet presAssocID="{AA702C11-4A2B-4FB9-B694-A6196D383F77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me controller"/>
        </a:ext>
      </dgm:extLst>
    </dgm:pt>
    <dgm:pt modelId="{A33D383E-2E5C-41FC-9EC9-EBA804AB41E9}" type="pres">
      <dgm:prSet presAssocID="{AA702C11-4A2B-4FB9-B694-A6196D383F77}" presName="spaceRect" presStyleCnt="0"/>
      <dgm:spPr/>
    </dgm:pt>
    <dgm:pt modelId="{9B4BF022-6BB0-4F75-B714-30C0F79F1D73}" type="pres">
      <dgm:prSet presAssocID="{AA702C11-4A2B-4FB9-B694-A6196D383F77}" presName="textRect" presStyleLbl="revTx" presStyleIdx="6" presStyleCnt="7">
        <dgm:presLayoutVars>
          <dgm:chMax val="1"/>
          <dgm:chPref val="1"/>
        </dgm:presLayoutVars>
      </dgm:prSet>
      <dgm:spPr/>
    </dgm:pt>
  </dgm:ptLst>
  <dgm:cxnLst>
    <dgm:cxn modelId="{EC32EE16-7789-4AE2-9708-F2F89BEE3126}" srcId="{E7C0B7B0-8617-41ED-BEB2-B655F519D9AB}" destId="{3456E6A9-C59E-4028-961E-D6C860BFB990}" srcOrd="2" destOrd="0" parTransId="{7A1BD42B-C810-49AB-9EE2-BBE32E2E8509}" sibTransId="{0E53D43A-87E7-482A-A640-8BB1EB61314C}"/>
    <dgm:cxn modelId="{1C5BA31E-B0DE-4B67-96DC-9CAFC0F39E24}" type="presOf" srcId="{E7C0B7B0-8617-41ED-BEB2-B655F519D9AB}" destId="{1A8BB944-5042-4E1D-843D-B891B9A91EB4}" srcOrd="0" destOrd="0" presId="urn:microsoft.com/office/officeart/2018/5/layout/IconCircleLabelList"/>
    <dgm:cxn modelId="{30DE7163-FF3F-4971-A771-A75FEFB46F36}" type="presOf" srcId="{AA702C11-4A2B-4FB9-B694-A6196D383F77}" destId="{9B4BF022-6BB0-4F75-B714-30C0F79F1D73}" srcOrd="0" destOrd="0" presId="urn:microsoft.com/office/officeart/2018/5/layout/IconCircleLabelList"/>
    <dgm:cxn modelId="{5410C767-A9D7-4C46-B42A-55D6F6A76EB1}" srcId="{E7C0B7B0-8617-41ED-BEB2-B655F519D9AB}" destId="{D38EB18B-FDA1-460A-8E74-32DFA150CED4}" srcOrd="5" destOrd="0" parTransId="{62378610-4D79-41CB-9711-77FABC34513A}" sibTransId="{8EDBA8AB-AA8A-4A32-84B4-52CCCAA49E81}"/>
    <dgm:cxn modelId="{33F8FE6E-552F-4BCB-8C1C-A64D36F2B360}" type="presOf" srcId="{417F3734-2E9E-45FA-84C9-AF90440946DB}" destId="{01043485-4395-4A04-ABDA-E51F5188292C}" srcOrd="0" destOrd="0" presId="urn:microsoft.com/office/officeart/2018/5/layout/IconCircleLabelList"/>
    <dgm:cxn modelId="{1C000470-65C2-4258-9543-8F8CFD32FA9C}" srcId="{E7C0B7B0-8617-41ED-BEB2-B655F519D9AB}" destId="{4C8DCC95-ED5F-4F10-AB90-B89668D48899}" srcOrd="0" destOrd="0" parTransId="{9D56A63D-5028-433F-9872-2E125E47954B}" sibTransId="{2F29359C-1CEA-4C9F-84FC-45426362CC7E}"/>
    <dgm:cxn modelId="{F6A7BD72-5AEE-4DDF-90BB-501CE305761E}" type="presOf" srcId="{D38EB18B-FDA1-460A-8E74-32DFA150CED4}" destId="{304E914B-8A58-4593-AFD2-F6CD0D40C876}" srcOrd="0" destOrd="0" presId="urn:microsoft.com/office/officeart/2018/5/layout/IconCircleLabelList"/>
    <dgm:cxn modelId="{D60B407C-679F-4F00-BC8C-90A970B38858}" type="presOf" srcId="{4C8DCC95-ED5F-4F10-AB90-B89668D48899}" destId="{2A3C9B5E-B433-4466-8A8C-2C5710E6F22F}" srcOrd="0" destOrd="0" presId="urn:microsoft.com/office/officeart/2018/5/layout/IconCircleLabelList"/>
    <dgm:cxn modelId="{87F0818E-9BDF-47D5-981C-6D0D356C3635}" srcId="{E7C0B7B0-8617-41ED-BEB2-B655F519D9AB}" destId="{AA702C11-4A2B-4FB9-B694-A6196D383F77}" srcOrd="6" destOrd="0" parTransId="{6F9D8F95-F2C2-4DA0-9CDE-FE6A57908E35}" sibTransId="{A2E0C753-542E-4448-A899-7CC90473B918}"/>
    <dgm:cxn modelId="{ABC75191-6ADF-442F-8D59-D86596D0272D}" srcId="{E7C0B7B0-8617-41ED-BEB2-B655F519D9AB}" destId="{85C5DA62-0BDA-47A1-A46E-D85557909C79}" srcOrd="3" destOrd="0" parTransId="{B3E0E09A-3A25-4439-8D9C-613F5EC5AE1D}" sibTransId="{4CEA3A09-1CFD-4304-86E0-8172239998BB}"/>
    <dgm:cxn modelId="{C3ED2895-E1B1-4428-A5B0-36405EF17F56}" type="presOf" srcId="{22B5A427-1D3A-49D5-9D10-0A1A2F00654B}" destId="{5E1243D7-9BC1-4909-95CE-3DB07C57C806}" srcOrd="0" destOrd="0" presId="urn:microsoft.com/office/officeart/2018/5/layout/IconCircleLabelList"/>
    <dgm:cxn modelId="{7DC2719C-6263-4C65-8DDC-54DBDB43289B}" type="presOf" srcId="{3456E6A9-C59E-4028-961E-D6C860BFB990}" destId="{CACA7D70-9768-4315-BDAF-B537A2CD4597}" srcOrd="0" destOrd="0" presId="urn:microsoft.com/office/officeart/2018/5/layout/IconCircleLabelList"/>
    <dgm:cxn modelId="{805596BA-C2DC-4B27-937B-9B7AED4E665B}" srcId="{E7C0B7B0-8617-41ED-BEB2-B655F519D9AB}" destId="{417F3734-2E9E-45FA-84C9-AF90440946DB}" srcOrd="4" destOrd="0" parTransId="{DE0F1AFD-1A84-4071-B0B0-12F7ACA52FF2}" sibTransId="{2D4EE183-FDDC-4BC4-AFD7-5FA8C9A374DA}"/>
    <dgm:cxn modelId="{96363BEB-A87A-4088-9604-51FF0F6F3CDB}" type="presOf" srcId="{85C5DA62-0BDA-47A1-A46E-D85557909C79}" destId="{8C4F97A0-DE32-41D8-B1A1-C95787566DAA}" srcOrd="0" destOrd="0" presId="urn:microsoft.com/office/officeart/2018/5/layout/IconCircleLabelList"/>
    <dgm:cxn modelId="{2A54CAF2-EF1D-4EE0-94C2-49078F0DFDC2}" srcId="{E7C0B7B0-8617-41ED-BEB2-B655F519D9AB}" destId="{22B5A427-1D3A-49D5-9D10-0A1A2F00654B}" srcOrd="1" destOrd="0" parTransId="{BFC9D468-0B35-4E30-A9FD-F5833F8A5E25}" sibTransId="{F0D4B056-AEAC-4ADE-96EA-D35528483E27}"/>
    <dgm:cxn modelId="{159EB9DB-7A98-47D5-8A51-301B4BB190B4}" type="presParOf" srcId="{1A8BB944-5042-4E1D-843D-B891B9A91EB4}" destId="{2943BD01-9086-4825-A2A1-2EDB72A51485}" srcOrd="0" destOrd="0" presId="urn:microsoft.com/office/officeart/2018/5/layout/IconCircleLabelList"/>
    <dgm:cxn modelId="{D9AA56DB-DC14-448C-8DE0-A1850B5FE59E}" type="presParOf" srcId="{2943BD01-9086-4825-A2A1-2EDB72A51485}" destId="{BE54CCD7-B0B3-4C5D-892A-8730700C54DF}" srcOrd="0" destOrd="0" presId="urn:microsoft.com/office/officeart/2018/5/layout/IconCircleLabelList"/>
    <dgm:cxn modelId="{7BB5F10A-E36E-4774-AD21-290B18A1D444}" type="presParOf" srcId="{2943BD01-9086-4825-A2A1-2EDB72A51485}" destId="{E89CF361-7F5C-4841-AB20-A9527F142826}" srcOrd="1" destOrd="0" presId="urn:microsoft.com/office/officeart/2018/5/layout/IconCircleLabelList"/>
    <dgm:cxn modelId="{D30B5CAF-E1C4-4DCF-BAAF-D4C47C77B7C1}" type="presParOf" srcId="{2943BD01-9086-4825-A2A1-2EDB72A51485}" destId="{D1E5009E-D748-46E9-98CA-152F986387DA}" srcOrd="2" destOrd="0" presId="urn:microsoft.com/office/officeart/2018/5/layout/IconCircleLabelList"/>
    <dgm:cxn modelId="{A8FE907F-69D7-46E0-9669-5B484A48D6B6}" type="presParOf" srcId="{2943BD01-9086-4825-A2A1-2EDB72A51485}" destId="{2A3C9B5E-B433-4466-8A8C-2C5710E6F22F}" srcOrd="3" destOrd="0" presId="urn:microsoft.com/office/officeart/2018/5/layout/IconCircleLabelList"/>
    <dgm:cxn modelId="{C0F3E52B-EE6F-44EE-9AF2-EEC4724252E1}" type="presParOf" srcId="{1A8BB944-5042-4E1D-843D-B891B9A91EB4}" destId="{E82A276F-CFA8-488E-939E-E59C2499F10E}" srcOrd="1" destOrd="0" presId="urn:microsoft.com/office/officeart/2018/5/layout/IconCircleLabelList"/>
    <dgm:cxn modelId="{8B4207DD-7229-4505-8847-FCC4F43A0435}" type="presParOf" srcId="{1A8BB944-5042-4E1D-843D-B891B9A91EB4}" destId="{F07D9CEE-AAFC-449B-B683-435B3B807D2A}" srcOrd="2" destOrd="0" presId="urn:microsoft.com/office/officeart/2018/5/layout/IconCircleLabelList"/>
    <dgm:cxn modelId="{7562D782-6AE6-4FE2-88F7-F6303654A15E}" type="presParOf" srcId="{F07D9CEE-AAFC-449B-B683-435B3B807D2A}" destId="{446C57C0-9C04-4B0A-B12A-B7B0307DCC16}" srcOrd="0" destOrd="0" presId="urn:microsoft.com/office/officeart/2018/5/layout/IconCircleLabelList"/>
    <dgm:cxn modelId="{AD0D2F25-9307-4BA8-8647-7B0FAB6E0548}" type="presParOf" srcId="{F07D9CEE-AAFC-449B-B683-435B3B807D2A}" destId="{C2D3E879-90A5-4BFF-B69A-E5A2DC3D7FFC}" srcOrd="1" destOrd="0" presId="urn:microsoft.com/office/officeart/2018/5/layout/IconCircleLabelList"/>
    <dgm:cxn modelId="{9E6BB14B-F03B-46CC-9D9D-9A4FF239B9D6}" type="presParOf" srcId="{F07D9CEE-AAFC-449B-B683-435B3B807D2A}" destId="{CE4AE553-77C3-42C2-A5EA-25B3C488CDD7}" srcOrd="2" destOrd="0" presId="urn:microsoft.com/office/officeart/2018/5/layout/IconCircleLabelList"/>
    <dgm:cxn modelId="{A7A7248C-33FA-4AC4-8E55-A168276340E1}" type="presParOf" srcId="{F07D9CEE-AAFC-449B-B683-435B3B807D2A}" destId="{5E1243D7-9BC1-4909-95CE-3DB07C57C806}" srcOrd="3" destOrd="0" presId="urn:microsoft.com/office/officeart/2018/5/layout/IconCircleLabelList"/>
    <dgm:cxn modelId="{2420AB6E-331B-40F5-83AC-8E6DA0B1AA52}" type="presParOf" srcId="{1A8BB944-5042-4E1D-843D-B891B9A91EB4}" destId="{6B4E388D-1560-459A-9894-33678441444E}" srcOrd="3" destOrd="0" presId="urn:microsoft.com/office/officeart/2018/5/layout/IconCircleLabelList"/>
    <dgm:cxn modelId="{2753E79C-13A8-4658-BDEE-D5C1100407AE}" type="presParOf" srcId="{1A8BB944-5042-4E1D-843D-B891B9A91EB4}" destId="{8BB9BCC9-4493-454C-BCB5-86236D40FFC1}" srcOrd="4" destOrd="0" presId="urn:microsoft.com/office/officeart/2018/5/layout/IconCircleLabelList"/>
    <dgm:cxn modelId="{2147D2C0-4A67-415E-B02A-99BEB0AB3E60}" type="presParOf" srcId="{8BB9BCC9-4493-454C-BCB5-86236D40FFC1}" destId="{12A4E00C-474D-4286-B203-0D03E7D16C2A}" srcOrd="0" destOrd="0" presId="urn:microsoft.com/office/officeart/2018/5/layout/IconCircleLabelList"/>
    <dgm:cxn modelId="{DA50E486-D42C-4D1E-95E6-8C9942A59D5D}" type="presParOf" srcId="{8BB9BCC9-4493-454C-BCB5-86236D40FFC1}" destId="{CD3BB22D-11D4-4C2A-84F2-B9E411884E33}" srcOrd="1" destOrd="0" presId="urn:microsoft.com/office/officeart/2018/5/layout/IconCircleLabelList"/>
    <dgm:cxn modelId="{D3B477B0-FDB5-46ED-957A-53E9B4F09A93}" type="presParOf" srcId="{8BB9BCC9-4493-454C-BCB5-86236D40FFC1}" destId="{9DE56521-53D8-4D8C-AD5A-DA8DE48B34C2}" srcOrd="2" destOrd="0" presId="urn:microsoft.com/office/officeart/2018/5/layout/IconCircleLabelList"/>
    <dgm:cxn modelId="{4CDA5D2B-7DE5-45BA-A033-D0CE7AA522B3}" type="presParOf" srcId="{8BB9BCC9-4493-454C-BCB5-86236D40FFC1}" destId="{CACA7D70-9768-4315-BDAF-B537A2CD4597}" srcOrd="3" destOrd="0" presId="urn:microsoft.com/office/officeart/2018/5/layout/IconCircleLabelList"/>
    <dgm:cxn modelId="{7E145F43-4E55-4CDD-9ED2-4E0D36F388FC}" type="presParOf" srcId="{1A8BB944-5042-4E1D-843D-B891B9A91EB4}" destId="{E1E978AA-B06A-456B-9E4E-7B9EB3514FD1}" srcOrd="5" destOrd="0" presId="urn:microsoft.com/office/officeart/2018/5/layout/IconCircleLabelList"/>
    <dgm:cxn modelId="{BFCFC86C-742D-4B4E-ACD7-171BE1B64E07}" type="presParOf" srcId="{1A8BB944-5042-4E1D-843D-B891B9A91EB4}" destId="{05529233-52F3-47AD-97C9-040995896D60}" srcOrd="6" destOrd="0" presId="urn:microsoft.com/office/officeart/2018/5/layout/IconCircleLabelList"/>
    <dgm:cxn modelId="{1D719D6D-9679-4692-B3BA-E822EE67E8C1}" type="presParOf" srcId="{05529233-52F3-47AD-97C9-040995896D60}" destId="{F0AE05CB-A532-4C67-A947-56BFD9F2CFB4}" srcOrd="0" destOrd="0" presId="urn:microsoft.com/office/officeart/2018/5/layout/IconCircleLabelList"/>
    <dgm:cxn modelId="{3845E958-FCE1-4FE5-9F64-81D07704E95E}" type="presParOf" srcId="{05529233-52F3-47AD-97C9-040995896D60}" destId="{A7E83F17-635D-4F94-BCBE-F96F3AB3BC46}" srcOrd="1" destOrd="0" presId="urn:microsoft.com/office/officeart/2018/5/layout/IconCircleLabelList"/>
    <dgm:cxn modelId="{34F30041-C94C-4AF7-8908-397D5BEB18CB}" type="presParOf" srcId="{05529233-52F3-47AD-97C9-040995896D60}" destId="{68F7D95D-E825-4C8B-9C43-EA51C8BBB19D}" srcOrd="2" destOrd="0" presId="urn:microsoft.com/office/officeart/2018/5/layout/IconCircleLabelList"/>
    <dgm:cxn modelId="{FEF3603A-F5EA-4967-95EB-FEF60FA3900F}" type="presParOf" srcId="{05529233-52F3-47AD-97C9-040995896D60}" destId="{8C4F97A0-DE32-41D8-B1A1-C95787566DAA}" srcOrd="3" destOrd="0" presId="urn:microsoft.com/office/officeart/2018/5/layout/IconCircleLabelList"/>
    <dgm:cxn modelId="{8D8EB272-1B59-4622-A56B-8266325B18DC}" type="presParOf" srcId="{1A8BB944-5042-4E1D-843D-B891B9A91EB4}" destId="{0313957E-3DA9-40BF-B479-06C04D29F650}" srcOrd="7" destOrd="0" presId="urn:microsoft.com/office/officeart/2018/5/layout/IconCircleLabelList"/>
    <dgm:cxn modelId="{C9F939E8-FFB1-46E3-8253-4932FD6858CA}" type="presParOf" srcId="{1A8BB944-5042-4E1D-843D-B891B9A91EB4}" destId="{788BA7B4-A642-452E-995F-96BE25F050FF}" srcOrd="8" destOrd="0" presId="urn:microsoft.com/office/officeart/2018/5/layout/IconCircleLabelList"/>
    <dgm:cxn modelId="{333B4543-700B-412A-8379-46CEA94011A8}" type="presParOf" srcId="{788BA7B4-A642-452E-995F-96BE25F050FF}" destId="{090D179F-BDBC-4156-8FB8-5C02C75569EE}" srcOrd="0" destOrd="0" presId="urn:microsoft.com/office/officeart/2018/5/layout/IconCircleLabelList"/>
    <dgm:cxn modelId="{3FB7DAC7-744D-47DE-A7F6-DF75B750C478}" type="presParOf" srcId="{788BA7B4-A642-452E-995F-96BE25F050FF}" destId="{FC57C1B0-D9F8-440D-904A-4F307E7E6612}" srcOrd="1" destOrd="0" presId="urn:microsoft.com/office/officeart/2018/5/layout/IconCircleLabelList"/>
    <dgm:cxn modelId="{9B0D74E9-99DD-4F6B-89B4-E3F513521285}" type="presParOf" srcId="{788BA7B4-A642-452E-995F-96BE25F050FF}" destId="{2EFF6641-EEEF-42C1-9C88-D2D1FB8A458C}" srcOrd="2" destOrd="0" presId="urn:microsoft.com/office/officeart/2018/5/layout/IconCircleLabelList"/>
    <dgm:cxn modelId="{8DE0AEA3-C23D-40C5-BA63-30342E14CD38}" type="presParOf" srcId="{788BA7B4-A642-452E-995F-96BE25F050FF}" destId="{01043485-4395-4A04-ABDA-E51F5188292C}" srcOrd="3" destOrd="0" presId="urn:microsoft.com/office/officeart/2018/5/layout/IconCircleLabelList"/>
    <dgm:cxn modelId="{A49DF3FB-5C32-4129-8405-DAF73A4CB000}" type="presParOf" srcId="{1A8BB944-5042-4E1D-843D-B891B9A91EB4}" destId="{F8CE0730-AA59-43E5-A5BA-D7C2780479C9}" srcOrd="9" destOrd="0" presId="urn:microsoft.com/office/officeart/2018/5/layout/IconCircleLabelList"/>
    <dgm:cxn modelId="{BFECA2D1-E1E9-4D51-8E03-CFFAAF2F799E}" type="presParOf" srcId="{1A8BB944-5042-4E1D-843D-B891B9A91EB4}" destId="{E596225E-D396-4DAD-A845-D6D764CA2D7D}" srcOrd="10" destOrd="0" presId="urn:microsoft.com/office/officeart/2018/5/layout/IconCircleLabelList"/>
    <dgm:cxn modelId="{245F4058-47CC-4AFD-B57D-6AFE72FE9C7C}" type="presParOf" srcId="{E596225E-D396-4DAD-A845-D6D764CA2D7D}" destId="{4FDEFF4F-062E-4430-8685-AA9BE3C62EF2}" srcOrd="0" destOrd="0" presId="urn:microsoft.com/office/officeart/2018/5/layout/IconCircleLabelList"/>
    <dgm:cxn modelId="{DB90D38E-DFA7-4F98-B128-FB1C1A14673F}" type="presParOf" srcId="{E596225E-D396-4DAD-A845-D6D764CA2D7D}" destId="{66F9002E-ADEF-486B-80F8-CED75FBC7631}" srcOrd="1" destOrd="0" presId="urn:microsoft.com/office/officeart/2018/5/layout/IconCircleLabelList"/>
    <dgm:cxn modelId="{21FFAB14-A123-4DB3-BFD7-EA61778121B7}" type="presParOf" srcId="{E596225E-D396-4DAD-A845-D6D764CA2D7D}" destId="{96C81B80-03E6-4253-9EB4-83CAA4FE1691}" srcOrd="2" destOrd="0" presId="urn:microsoft.com/office/officeart/2018/5/layout/IconCircleLabelList"/>
    <dgm:cxn modelId="{29939D87-62F9-41F9-ADE8-A6A5E52F4E56}" type="presParOf" srcId="{E596225E-D396-4DAD-A845-D6D764CA2D7D}" destId="{304E914B-8A58-4593-AFD2-F6CD0D40C876}" srcOrd="3" destOrd="0" presId="urn:microsoft.com/office/officeart/2018/5/layout/IconCircleLabelList"/>
    <dgm:cxn modelId="{44E0E4FE-8232-477B-AA44-8743F830369A}" type="presParOf" srcId="{1A8BB944-5042-4E1D-843D-B891B9A91EB4}" destId="{2EF5CD19-4976-45F9-A5CF-C6AD8806591A}" srcOrd="11" destOrd="0" presId="urn:microsoft.com/office/officeart/2018/5/layout/IconCircleLabelList"/>
    <dgm:cxn modelId="{BF6F5EB8-0BA2-4577-A4BB-80339ED7DFBA}" type="presParOf" srcId="{1A8BB944-5042-4E1D-843D-B891B9A91EB4}" destId="{225D6D73-341A-462A-AD7E-A3C97FE00218}" srcOrd="12" destOrd="0" presId="urn:microsoft.com/office/officeart/2018/5/layout/IconCircleLabelList"/>
    <dgm:cxn modelId="{7FC5572D-A412-4CDA-B7B9-C85BB5BAEA0B}" type="presParOf" srcId="{225D6D73-341A-462A-AD7E-A3C97FE00218}" destId="{409155F0-EA80-4D48-A2CD-7D7D8B459EC1}" srcOrd="0" destOrd="0" presId="urn:microsoft.com/office/officeart/2018/5/layout/IconCircleLabelList"/>
    <dgm:cxn modelId="{B16F7F5F-A1A5-46F1-A542-407A0E54679F}" type="presParOf" srcId="{225D6D73-341A-462A-AD7E-A3C97FE00218}" destId="{27C00FFF-7E5E-410F-8ACC-60CD27829482}" srcOrd="1" destOrd="0" presId="urn:microsoft.com/office/officeart/2018/5/layout/IconCircleLabelList"/>
    <dgm:cxn modelId="{418A5C1A-1300-4ABC-9943-17E9521DD98C}" type="presParOf" srcId="{225D6D73-341A-462A-AD7E-A3C97FE00218}" destId="{A33D383E-2E5C-41FC-9EC9-EBA804AB41E9}" srcOrd="2" destOrd="0" presId="urn:microsoft.com/office/officeart/2018/5/layout/IconCircleLabelList"/>
    <dgm:cxn modelId="{7FF67B0A-B9A4-4559-9010-44B963E92F7F}" type="presParOf" srcId="{225D6D73-341A-462A-AD7E-A3C97FE00218}" destId="{9B4BF022-6BB0-4F75-B714-30C0F79F1D7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54CCD7-B0B3-4C5D-892A-8730700C54DF}">
      <dsp:nvSpPr>
        <dsp:cNvPr id="0" name=""/>
        <dsp:cNvSpPr/>
      </dsp:nvSpPr>
      <dsp:spPr>
        <a:xfrm>
          <a:off x="898829" y="288"/>
          <a:ext cx="1001496" cy="100149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9CF361-7F5C-4841-AB20-A9527F142826}">
      <dsp:nvSpPr>
        <dsp:cNvPr id="0" name=""/>
        <dsp:cNvSpPr/>
      </dsp:nvSpPr>
      <dsp:spPr>
        <a:xfrm>
          <a:off x="1112262" y="213721"/>
          <a:ext cx="574628" cy="57462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3C9B5E-B433-4466-8A8C-2C5710E6F22F}">
      <dsp:nvSpPr>
        <dsp:cNvPr id="0" name=""/>
        <dsp:cNvSpPr/>
      </dsp:nvSpPr>
      <dsp:spPr>
        <a:xfrm>
          <a:off x="578678" y="1313725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- Alphabets are stored in arrays.</a:t>
          </a:r>
        </a:p>
      </dsp:txBody>
      <dsp:txXfrm>
        <a:off x="578678" y="1313725"/>
        <a:ext cx="1641796" cy="656718"/>
      </dsp:txXfrm>
    </dsp:sp>
    <dsp:sp modelId="{446C57C0-9C04-4B0A-B12A-B7B0307DCC16}">
      <dsp:nvSpPr>
        <dsp:cNvPr id="0" name=""/>
        <dsp:cNvSpPr/>
      </dsp:nvSpPr>
      <dsp:spPr>
        <a:xfrm>
          <a:off x="2827940" y="288"/>
          <a:ext cx="1001496" cy="1001496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D3E879-90A5-4BFF-B69A-E5A2DC3D7FFC}">
      <dsp:nvSpPr>
        <dsp:cNvPr id="0" name=""/>
        <dsp:cNvSpPr/>
      </dsp:nvSpPr>
      <dsp:spPr>
        <a:xfrm>
          <a:off x="3041374" y="213721"/>
          <a:ext cx="574628" cy="57462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1243D7-9BC1-4909-95CE-3DB07C57C806}">
      <dsp:nvSpPr>
        <dsp:cNvPr id="0" name=""/>
        <dsp:cNvSpPr/>
      </dsp:nvSpPr>
      <dsp:spPr>
        <a:xfrm>
          <a:off x="2507790" y="1313725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- First two rows are populated at the top.</a:t>
          </a:r>
        </a:p>
      </dsp:txBody>
      <dsp:txXfrm>
        <a:off x="2507790" y="1313725"/>
        <a:ext cx="1641796" cy="656718"/>
      </dsp:txXfrm>
    </dsp:sp>
    <dsp:sp modelId="{12A4E00C-474D-4286-B203-0D03E7D16C2A}">
      <dsp:nvSpPr>
        <dsp:cNvPr id="0" name=""/>
        <dsp:cNvSpPr/>
      </dsp:nvSpPr>
      <dsp:spPr>
        <a:xfrm>
          <a:off x="4757051" y="288"/>
          <a:ext cx="1001496" cy="1001496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3BB22D-11D4-4C2A-84F2-B9E411884E33}">
      <dsp:nvSpPr>
        <dsp:cNvPr id="0" name=""/>
        <dsp:cNvSpPr/>
      </dsp:nvSpPr>
      <dsp:spPr>
        <a:xfrm>
          <a:off x="4970485" y="213721"/>
          <a:ext cx="574628" cy="57462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CA7D70-9768-4315-BDAF-B537A2CD4597}">
      <dsp:nvSpPr>
        <dsp:cNvPr id="0" name=""/>
        <dsp:cNvSpPr/>
      </dsp:nvSpPr>
      <dsp:spPr>
        <a:xfrm>
          <a:off x="4436901" y="1313725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- A shooter is drawn at the bottom.</a:t>
          </a:r>
        </a:p>
      </dsp:txBody>
      <dsp:txXfrm>
        <a:off x="4436901" y="1313725"/>
        <a:ext cx="1641796" cy="656718"/>
      </dsp:txXfrm>
    </dsp:sp>
    <dsp:sp modelId="{F0AE05CB-A532-4C67-A947-56BFD9F2CFB4}">
      <dsp:nvSpPr>
        <dsp:cNvPr id="0" name=""/>
        <dsp:cNvSpPr/>
      </dsp:nvSpPr>
      <dsp:spPr>
        <a:xfrm>
          <a:off x="6686163" y="288"/>
          <a:ext cx="1001496" cy="1001496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E83F17-635D-4F94-BCBE-F96F3AB3BC46}">
      <dsp:nvSpPr>
        <dsp:cNvPr id="0" name=""/>
        <dsp:cNvSpPr/>
      </dsp:nvSpPr>
      <dsp:spPr>
        <a:xfrm>
          <a:off x="6899596" y="213721"/>
          <a:ext cx="574628" cy="57462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4F97A0-DE32-41D8-B1A1-C95787566DAA}">
      <dsp:nvSpPr>
        <dsp:cNvPr id="0" name=""/>
        <dsp:cNvSpPr/>
      </dsp:nvSpPr>
      <dsp:spPr>
        <a:xfrm>
          <a:off x="6366012" y="1313725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- Clicking the mouse shoots a bubble that attaches to columns.</a:t>
          </a:r>
        </a:p>
      </dsp:txBody>
      <dsp:txXfrm>
        <a:off x="6366012" y="1313725"/>
        <a:ext cx="1641796" cy="656718"/>
      </dsp:txXfrm>
    </dsp:sp>
    <dsp:sp modelId="{090D179F-BDBC-4156-8FB8-5C02C75569EE}">
      <dsp:nvSpPr>
        <dsp:cNvPr id="0" name=""/>
        <dsp:cNvSpPr/>
      </dsp:nvSpPr>
      <dsp:spPr>
        <a:xfrm>
          <a:off x="8615274" y="288"/>
          <a:ext cx="1001496" cy="1001496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57C1B0-D9F8-440D-904A-4F307E7E6612}">
      <dsp:nvSpPr>
        <dsp:cNvPr id="0" name=""/>
        <dsp:cNvSpPr/>
      </dsp:nvSpPr>
      <dsp:spPr>
        <a:xfrm>
          <a:off x="8828708" y="213721"/>
          <a:ext cx="574628" cy="57462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043485-4395-4A04-ABDA-E51F5188292C}">
      <dsp:nvSpPr>
        <dsp:cNvPr id="0" name=""/>
        <dsp:cNvSpPr/>
      </dsp:nvSpPr>
      <dsp:spPr>
        <a:xfrm>
          <a:off x="8295124" y="1313725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- Words are checked for formation and burst when valid.</a:t>
          </a:r>
        </a:p>
      </dsp:txBody>
      <dsp:txXfrm>
        <a:off x="8295124" y="1313725"/>
        <a:ext cx="1641796" cy="656718"/>
      </dsp:txXfrm>
    </dsp:sp>
    <dsp:sp modelId="{4FDEFF4F-062E-4430-8685-AA9BE3C62EF2}">
      <dsp:nvSpPr>
        <dsp:cNvPr id="0" name=""/>
        <dsp:cNvSpPr/>
      </dsp:nvSpPr>
      <dsp:spPr>
        <a:xfrm>
          <a:off x="3792496" y="2380893"/>
          <a:ext cx="1001496" cy="100149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F9002E-ADEF-486B-80F8-CED75FBC7631}">
      <dsp:nvSpPr>
        <dsp:cNvPr id="0" name=""/>
        <dsp:cNvSpPr/>
      </dsp:nvSpPr>
      <dsp:spPr>
        <a:xfrm>
          <a:off x="4005929" y="2594327"/>
          <a:ext cx="574628" cy="574628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4E914B-8A58-4593-AFD2-F6CD0D40C876}">
      <dsp:nvSpPr>
        <dsp:cNvPr id="0" name=""/>
        <dsp:cNvSpPr/>
      </dsp:nvSpPr>
      <dsp:spPr>
        <a:xfrm>
          <a:off x="3472345" y="3694331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- Score is awarded for each bubble burst.</a:t>
          </a:r>
        </a:p>
      </dsp:txBody>
      <dsp:txXfrm>
        <a:off x="3472345" y="3694331"/>
        <a:ext cx="1641796" cy="656718"/>
      </dsp:txXfrm>
    </dsp:sp>
    <dsp:sp modelId="{409155F0-EA80-4D48-A2CD-7D7D8B459EC1}">
      <dsp:nvSpPr>
        <dsp:cNvPr id="0" name=""/>
        <dsp:cNvSpPr/>
      </dsp:nvSpPr>
      <dsp:spPr>
        <a:xfrm>
          <a:off x="5721607" y="2380893"/>
          <a:ext cx="1001496" cy="1001496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C00FFF-7E5E-410F-8ACC-60CD27829482}">
      <dsp:nvSpPr>
        <dsp:cNvPr id="0" name=""/>
        <dsp:cNvSpPr/>
      </dsp:nvSpPr>
      <dsp:spPr>
        <a:xfrm>
          <a:off x="5935041" y="2594327"/>
          <a:ext cx="574628" cy="574628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4BF022-6BB0-4F75-B714-30C0F79F1D73}">
      <dsp:nvSpPr>
        <dsp:cNvPr id="0" name=""/>
        <dsp:cNvSpPr/>
      </dsp:nvSpPr>
      <dsp:spPr>
        <a:xfrm>
          <a:off x="5401457" y="3694331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- Game ends after 150 seconds with a 'Game Over' message.</a:t>
          </a:r>
        </a:p>
      </dsp:txBody>
      <dsp:txXfrm>
        <a:off x="5401457" y="3694331"/>
        <a:ext cx="1641796" cy="6567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F176E-9269-5F35-4ECD-D4325FBEC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64D16B-6D15-CD6B-9316-127576E1DF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49D6C-9FB9-A9A9-2B06-19C6BA0D1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9401D-7C36-4AC4-A443-C454B690B223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1190BE-4446-C9A2-822E-4B7241FA3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DD24F8-1A89-8C0B-32EE-1A2435D71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B95F7-5AA8-45B7-9A55-C2CB18FA9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341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E7CD2-7542-BA86-BCCF-E3F96DB0C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4F7E5A-9A4A-42EE-7C6E-94C45BEC10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323CF6-93AB-3D7C-027F-4C1A1E027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9401D-7C36-4AC4-A443-C454B690B223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86A19A-E67D-75A5-2AAB-B4EA5596B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65DD73-716F-BB36-F844-7834817D7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B95F7-5AA8-45B7-9A55-C2CB18FA9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7865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D6A89-7A47-4029-F2CB-39173E7F8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AEC3FE-FF38-9330-6CBE-0761C68EA9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ECE1CE-D72C-1E00-3AE2-2BEA300D6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9401D-7C36-4AC4-A443-C454B690B223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F69D2-3D06-07E5-B17F-C9CC3C06D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82C780-0F86-7C00-6AF8-072C851F6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B95F7-5AA8-45B7-9A55-C2CB18FA9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2614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335FD-1286-0BB0-76AF-96FECF888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11425B-822F-60C6-69C8-1AE9441F7C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A3A4DA-9ADF-2482-D31D-16C1C33887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C66A46-E3AD-5627-6CD7-973D391C2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9401D-7C36-4AC4-A443-C454B690B223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C51DE5-58A4-7FDE-E764-209E947D6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1741DC-6710-F071-279A-A17E02C65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B95F7-5AA8-45B7-9A55-C2CB18FA9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571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E8F4D-37D6-9136-A219-D1AC30A6A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962DDF-4664-B24E-533A-47B53389A4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A32301-F1C0-D74C-E23F-B29C80CC7D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39D880-FEF7-67BF-06F4-B237F7D48E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597AED-5918-E0AD-5828-1925B0119A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586B6B-D952-73EA-A515-C79210140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9401D-7C36-4AC4-A443-C454B690B223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2B4CAA-570F-00BE-E462-BC7C6A23F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FA233D-DB6E-25B7-C68B-DAA07FF78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B95F7-5AA8-45B7-9A55-C2CB18FA9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1313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A64E5-D07C-73F7-9D95-238A403F4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206450-C6CD-3854-E4E4-B40BBD861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9401D-7C36-4AC4-A443-C454B690B223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9991B4-3BBB-A613-D41C-E21481583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682DFA-9380-CC03-1876-E0F5F4E21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B95F7-5AA8-45B7-9A55-C2CB18FA9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646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238E81-CDD7-D37F-7599-1D1B45AB6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9401D-7C36-4AC4-A443-C454B690B223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E952FB-5A06-42B5-05C2-0CC82BDB2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9A6925-CBEF-24D2-8D22-BE05DACC5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B95F7-5AA8-45B7-9A55-C2CB18FA9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372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EE9BD-7CBA-5DE5-1260-71A10EA4E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60B679-61A2-A38F-6531-08DADD94A7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5AD91F-DF18-17A9-1D4E-65E266E457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15C007-F2B6-6E16-A3B9-FEB7E2AF0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9401D-7C36-4AC4-A443-C454B690B223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0167CA-102F-C767-3179-E29444A9F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26011A-B077-FC3E-2E89-39D54FA42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B95F7-5AA8-45B7-9A55-C2CB18FA9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641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5DBE0-5F65-10F9-7F2D-330915D95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2450C8-7BF6-95E4-EF53-962CC55E19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4236EA-CFA0-5439-AFD7-A57CF0379E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C91F69-6547-30E2-99D6-79215F85D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9401D-7C36-4AC4-A443-C454B690B223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F1DCD6-13F4-8506-E041-D3057B869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47ABC9-6358-9D7D-8C6B-E4B13615D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B95F7-5AA8-45B7-9A55-C2CB18FA9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527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55956-1865-1A87-CD41-CEA90B396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A64323-46C2-9FAA-D731-7F65A57E6E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F3434F-B6BF-EB81-802C-260144B8D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9401D-7C36-4AC4-A443-C454B690B223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F01FB5-2D18-64F4-C1A5-9618E92FB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B2625C-04AA-FB59-0684-B84F4F249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B95F7-5AA8-45B7-9A55-C2CB18FA9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214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5674EA-D016-92B4-6A7E-B957775E5E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B09F8D-A90F-30E0-38D4-D0D89F534B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CA0A27-BD9C-7600-47CB-65A1F3E07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9401D-7C36-4AC4-A443-C454B690B223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F3AF89-F7A4-462C-CAA4-187A4038A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7DE708-F660-EA90-31A7-83394D1B3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B95F7-5AA8-45B7-9A55-C2CB18FA9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6074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2AFCC-7FB2-46AA-722E-1D97E5B88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F22700-93B7-2905-2BEF-32F759CC68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E13EDF-7559-0DB8-1167-978CDCA58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9401D-7C36-4AC4-A443-C454B690B223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EC2626-ED84-A24C-E4A5-EC9CCBA30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8F37BC-82B1-81EA-38E3-B8FF16F5A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B95F7-5AA8-45B7-9A55-C2CB18FA9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091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74BCA2-C210-631E-14CB-8A5D5E476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9366BD-8A36-2F6F-07C4-0BDB8F6BB6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99338D-BA0E-23E4-D7CE-0DCD4DAC84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79401D-7C36-4AC4-A443-C454B690B223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DD5BD9-7ABE-3D0D-E876-B30FDB205A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60DF72-429D-9263-05B9-2A6E33CAA1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EB95F7-5AA8-45B7-9A55-C2CB18FA9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566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7B831B6F-405A-4B47-B9BB-5CA88F28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Game controller">
            <a:extLst>
              <a:ext uri="{FF2B5EF4-FFF2-40B4-BE49-F238E27FC236}">
                <a16:creationId xmlns:a16="http://schemas.microsoft.com/office/drawing/2014/main" id="{E7219C04-9B4B-F8C0-3B98-3752B0A100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4988" y="1744515"/>
            <a:ext cx="3368969" cy="3368969"/>
          </a:xfrm>
          <a:prstGeom prst="rect">
            <a:avLst/>
          </a:prstGeom>
        </p:spPr>
      </p:pic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5109354-9C5D-4F8C-B0E6-D1043C7BF2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9992" y="0"/>
            <a:ext cx="7562008" cy="6858000"/>
          </a:xfrm>
          <a:custGeom>
            <a:avLst/>
            <a:gdLst>
              <a:gd name="connsiteX0" fmla="*/ 7529613 w 7529613"/>
              <a:gd name="connsiteY0" fmla="*/ 0 h 6858000"/>
              <a:gd name="connsiteX1" fmla="*/ 1222331 w 7529613"/>
              <a:gd name="connsiteY1" fmla="*/ 0 h 6858000"/>
              <a:gd name="connsiteX2" fmla="*/ 1126483 w 7529613"/>
              <a:gd name="connsiteY2" fmla="*/ 148742 h 6858000"/>
              <a:gd name="connsiteX3" fmla="*/ 767554 w 7529613"/>
              <a:gd name="connsiteY3" fmla="*/ 819975 h 6858000"/>
              <a:gd name="connsiteX4" fmla="*/ 742103 w 7529613"/>
              <a:gd name="connsiteY4" fmla="*/ 854514 h 6858000"/>
              <a:gd name="connsiteX5" fmla="*/ 785881 w 7529613"/>
              <a:gd name="connsiteY5" fmla="*/ 750263 h 6858000"/>
              <a:gd name="connsiteX6" fmla="*/ 978978 w 7529613"/>
              <a:gd name="connsiteY6" fmla="*/ 331786 h 6858000"/>
              <a:gd name="connsiteX7" fmla="*/ 1155717 w 7529613"/>
              <a:gd name="connsiteY7" fmla="*/ 0 h 6858000"/>
              <a:gd name="connsiteX8" fmla="*/ 1098249 w 7529613"/>
              <a:gd name="connsiteY8" fmla="*/ 0 h 6858000"/>
              <a:gd name="connsiteX9" fmla="*/ 991458 w 7529613"/>
              <a:gd name="connsiteY9" fmla="*/ 196614 h 6858000"/>
              <a:gd name="connsiteX10" fmla="*/ 493941 w 7529613"/>
              <a:gd name="connsiteY10" fmla="*/ 1371196 h 6858000"/>
              <a:gd name="connsiteX11" fmla="*/ 46485 w 7529613"/>
              <a:gd name="connsiteY11" fmla="*/ 3331516 h 6858000"/>
              <a:gd name="connsiteX12" fmla="*/ 12252 w 7529613"/>
              <a:gd name="connsiteY12" fmla="*/ 4357388 h 6858000"/>
              <a:gd name="connsiteX13" fmla="*/ 170821 w 7529613"/>
              <a:gd name="connsiteY13" fmla="*/ 5552906 h 6858000"/>
              <a:gd name="connsiteX14" fmla="*/ 537265 w 7529613"/>
              <a:gd name="connsiteY14" fmla="*/ 6828295 h 6858000"/>
              <a:gd name="connsiteX15" fmla="*/ 549692 w 7529613"/>
              <a:gd name="connsiteY15" fmla="*/ 6858000 h 6858000"/>
              <a:gd name="connsiteX16" fmla="*/ 602234 w 7529613"/>
              <a:gd name="connsiteY16" fmla="*/ 6858000 h 6858000"/>
              <a:gd name="connsiteX17" fmla="*/ 595414 w 7529613"/>
              <a:gd name="connsiteY17" fmla="*/ 6841549 h 6858000"/>
              <a:gd name="connsiteX18" fmla="*/ 364260 w 7529613"/>
              <a:gd name="connsiteY18" fmla="*/ 6142729 h 6858000"/>
              <a:gd name="connsiteX19" fmla="*/ 213071 w 7529613"/>
              <a:gd name="connsiteY19" fmla="*/ 5513923 h 6858000"/>
              <a:gd name="connsiteX20" fmla="*/ 211290 w 7529613"/>
              <a:gd name="connsiteY20" fmla="*/ 5480401 h 6858000"/>
              <a:gd name="connsiteX21" fmla="*/ 311446 w 7529613"/>
              <a:gd name="connsiteY21" fmla="*/ 5830359 h 6858000"/>
              <a:gd name="connsiteX22" fmla="*/ 622963 w 7529613"/>
              <a:gd name="connsiteY22" fmla="*/ 6670527 h 6858000"/>
              <a:gd name="connsiteX23" fmla="*/ 710464 w 7529613"/>
              <a:gd name="connsiteY23" fmla="*/ 6858000 h 6858000"/>
              <a:gd name="connsiteX24" fmla="*/ 7529613 w 7529613"/>
              <a:gd name="connsiteY2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7529613" h="6858000">
                <a:moveTo>
                  <a:pt x="7529613" y="0"/>
                </a:moveTo>
                <a:lnTo>
                  <a:pt x="1222331" y="0"/>
                </a:lnTo>
                <a:lnTo>
                  <a:pt x="1126483" y="148742"/>
                </a:lnTo>
                <a:cubicBezTo>
                  <a:pt x="995323" y="365513"/>
                  <a:pt x="876174" y="589569"/>
                  <a:pt x="767554" y="819975"/>
                </a:cubicBezTo>
                <a:cubicBezTo>
                  <a:pt x="762210" y="833492"/>
                  <a:pt x="753441" y="845393"/>
                  <a:pt x="742103" y="854514"/>
                </a:cubicBezTo>
                <a:cubicBezTo>
                  <a:pt x="756737" y="819849"/>
                  <a:pt x="770991" y="784928"/>
                  <a:pt x="785881" y="750263"/>
                </a:cubicBezTo>
                <a:cubicBezTo>
                  <a:pt x="846713" y="608712"/>
                  <a:pt x="910948" y="469145"/>
                  <a:pt x="978978" y="331786"/>
                </a:cubicBezTo>
                <a:lnTo>
                  <a:pt x="1155717" y="0"/>
                </a:lnTo>
                <a:lnTo>
                  <a:pt x="1098249" y="0"/>
                </a:lnTo>
                <a:lnTo>
                  <a:pt x="991458" y="196614"/>
                </a:lnTo>
                <a:cubicBezTo>
                  <a:pt x="797017" y="573253"/>
                  <a:pt x="633548" y="966066"/>
                  <a:pt x="493941" y="1371196"/>
                </a:cubicBezTo>
                <a:cubicBezTo>
                  <a:pt x="276630" y="2007265"/>
                  <a:pt x="126659" y="2664286"/>
                  <a:pt x="46485" y="3331516"/>
                </a:cubicBezTo>
                <a:cubicBezTo>
                  <a:pt x="4488" y="3672965"/>
                  <a:pt x="-14219" y="4013908"/>
                  <a:pt x="12252" y="4357388"/>
                </a:cubicBezTo>
                <a:cubicBezTo>
                  <a:pt x="43558" y="4758899"/>
                  <a:pt x="90773" y="5157998"/>
                  <a:pt x="170821" y="5552906"/>
                </a:cubicBezTo>
                <a:cubicBezTo>
                  <a:pt x="259109" y="5988893"/>
                  <a:pt x="378967" y="6414594"/>
                  <a:pt x="537265" y="6828295"/>
                </a:cubicBezTo>
                <a:lnTo>
                  <a:pt x="549692" y="6858000"/>
                </a:lnTo>
                <a:lnTo>
                  <a:pt x="602234" y="6858000"/>
                </a:lnTo>
                <a:lnTo>
                  <a:pt x="595414" y="6841549"/>
                </a:lnTo>
                <a:cubicBezTo>
                  <a:pt x="507884" y="6614016"/>
                  <a:pt x="431296" y="6380817"/>
                  <a:pt x="364260" y="6142729"/>
                </a:cubicBezTo>
                <a:cubicBezTo>
                  <a:pt x="305974" y="5935370"/>
                  <a:pt x="262958" y="5723695"/>
                  <a:pt x="213071" y="5513923"/>
                </a:cubicBezTo>
                <a:cubicBezTo>
                  <a:pt x="211892" y="5502788"/>
                  <a:pt x="211299" y="5491601"/>
                  <a:pt x="211290" y="5480401"/>
                </a:cubicBezTo>
                <a:cubicBezTo>
                  <a:pt x="247814" y="5607635"/>
                  <a:pt x="276958" y="5719759"/>
                  <a:pt x="311446" y="5830359"/>
                </a:cubicBezTo>
                <a:cubicBezTo>
                  <a:pt x="401357" y="6118381"/>
                  <a:pt x="505060" y="6398531"/>
                  <a:pt x="622963" y="6670527"/>
                </a:cubicBezTo>
                <a:lnTo>
                  <a:pt x="710464" y="6858000"/>
                </a:lnTo>
                <a:lnTo>
                  <a:pt x="7529613" y="6858000"/>
                </a:lnTo>
                <a:close/>
              </a:path>
            </a:pathLst>
          </a:custGeom>
          <a:solidFill>
            <a:schemeClr val="accent2"/>
          </a:solidFill>
          <a:ln w="685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A9BB3-C3FF-AD43-7E16-C7076D17D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9354" y="457201"/>
            <a:ext cx="5337270" cy="183591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PF Project</a:t>
            </a:r>
          </a:p>
        </p:txBody>
      </p:sp>
      <p:sp>
        <p:nvSpPr>
          <p:cNvPr id="26" name="sketch line">
            <a:extLst>
              <a:ext uri="{FF2B5EF4-FFF2-40B4-BE49-F238E27FC236}">
                <a16:creationId xmlns:a16="http://schemas.microsoft.com/office/drawing/2014/main" id="{49B530FE-A87D-41A0-A920-ADC6539EA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59353" y="2560829"/>
            <a:ext cx="5029200" cy="18288"/>
          </a:xfrm>
          <a:custGeom>
            <a:avLst/>
            <a:gdLst>
              <a:gd name="connsiteX0" fmla="*/ 0 w 5029200"/>
              <a:gd name="connsiteY0" fmla="*/ 0 h 18288"/>
              <a:gd name="connsiteX1" fmla="*/ 528066 w 5029200"/>
              <a:gd name="connsiteY1" fmla="*/ 0 h 18288"/>
              <a:gd name="connsiteX2" fmla="*/ 1207008 w 5029200"/>
              <a:gd name="connsiteY2" fmla="*/ 0 h 18288"/>
              <a:gd name="connsiteX3" fmla="*/ 1785366 w 5029200"/>
              <a:gd name="connsiteY3" fmla="*/ 0 h 18288"/>
              <a:gd name="connsiteX4" fmla="*/ 2313432 w 5029200"/>
              <a:gd name="connsiteY4" fmla="*/ 0 h 18288"/>
              <a:gd name="connsiteX5" fmla="*/ 2992374 w 5029200"/>
              <a:gd name="connsiteY5" fmla="*/ 0 h 18288"/>
              <a:gd name="connsiteX6" fmla="*/ 3621024 w 5029200"/>
              <a:gd name="connsiteY6" fmla="*/ 0 h 18288"/>
              <a:gd name="connsiteX7" fmla="*/ 4249674 w 5029200"/>
              <a:gd name="connsiteY7" fmla="*/ 0 h 18288"/>
              <a:gd name="connsiteX8" fmla="*/ 5029200 w 5029200"/>
              <a:gd name="connsiteY8" fmla="*/ 0 h 18288"/>
              <a:gd name="connsiteX9" fmla="*/ 5029200 w 5029200"/>
              <a:gd name="connsiteY9" fmla="*/ 18288 h 18288"/>
              <a:gd name="connsiteX10" fmla="*/ 4501134 w 5029200"/>
              <a:gd name="connsiteY10" fmla="*/ 18288 h 18288"/>
              <a:gd name="connsiteX11" fmla="*/ 4023360 w 5029200"/>
              <a:gd name="connsiteY11" fmla="*/ 18288 h 18288"/>
              <a:gd name="connsiteX12" fmla="*/ 3344418 w 5029200"/>
              <a:gd name="connsiteY12" fmla="*/ 18288 h 18288"/>
              <a:gd name="connsiteX13" fmla="*/ 2816352 w 5029200"/>
              <a:gd name="connsiteY13" fmla="*/ 18288 h 18288"/>
              <a:gd name="connsiteX14" fmla="*/ 2137410 w 5029200"/>
              <a:gd name="connsiteY14" fmla="*/ 18288 h 18288"/>
              <a:gd name="connsiteX15" fmla="*/ 1408176 w 5029200"/>
              <a:gd name="connsiteY15" fmla="*/ 18288 h 18288"/>
              <a:gd name="connsiteX16" fmla="*/ 829818 w 5029200"/>
              <a:gd name="connsiteY16" fmla="*/ 18288 h 18288"/>
              <a:gd name="connsiteX17" fmla="*/ 0 w 5029200"/>
              <a:gd name="connsiteY17" fmla="*/ 18288 h 18288"/>
              <a:gd name="connsiteX18" fmla="*/ 0 w 5029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029200" h="18288" fill="none" extrusionOk="0">
                <a:moveTo>
                  <a:pt x="0" y="0"/>
                </a:moveTo>
                <a:cubicBezTo>
                  <a:pt x="142937" y="1696"/>
                  <a:pt x="371859" y="12840"/>
                  <a:pt x="528066" y="0"/>
                </a:cubicBezTo>
                <a:cubicBezTo>
                  <a:pt x="684273" y="-12840"/>
                  <a:pt x="928949" y="-5725"/>
                  <a:pt x="1207008" y="0"/>
                </a:cubicBezTo>
                <a:cubicBezTo>
                  <a:pt x="1485067" y="5725"/>
                  <a:pt x="1562886" y="-21331"/>
                  <a:pt x="1785366" y="0"/>
                </a:cubicBezTo>
                <a:cubicBezTo>
                  <a:pt x="2007846" y="21331"/>
                  <a:pt x="2056226" y="25221"/>
                  <a:pt x="2313432" y="0"/>
                </a:cubicBezTo>
                <a:cubicBezTo>
                  <a:pt x="2570638" y="-25221"/>
                  <a:pt x="2732455" y="16294"/>
                  <a:pt x="2992374" y="0"/>
                </a:cubicBezTo>
                <a:cubicBezTo>
                  <a:pt x="3252293" y="-16294"/>
                  <a:pt x="3319267" y="-29774"/>
                  <a:pt x="3621024" y="0"/>
                </a:cubicBezTo>
                <a:cubicBezTo>
                  <a:pt x="3922781" y="29774"/>
                  <a:pt x="3998107" y="-1004"/>
                  <a:pt x="4249674" y="0"/>
                </a:cubicBezTo>
                <a:cubicBezTo>
                  <a:pt x="4501241" y="1004"/>
                  <a:pt x="4792523" y="-4510"/>
                  <a:pt x="5029200" y="0"/>
                </a:cubicBezTo>
                <a:cubicBezTo>
                  <a:pt x="5029730" y="6954"/>
                  <a:pt x="5029934" y="12839"/>
                  <a:pt x="5029200" y="18288"/>
                </a:cubicBezTo>
                <a:cubicBezTo>
                  <a:pt x="4805432" y="23154"/>
                  <a:pt x="4715801" y="17034"/>
                  <a:pt x="4501134" y="18288"/>
                </a:cubicBezTo>
                <a:cubicBezTo>
                  <a:pt x="4286467" y="19542"/>
                  <a:pt x="4193719" y="41701"/>
                  <a:pt x="4023360" y="18288"/>
                </a:cubicBezTo>
                <a:cubicBezTo>
                  <a:pt x="3853001" y="-5125"/>
                  <a:pt x="3676466" y="16909"/>
                  <a:pt x="3344418" y="18288"/>
                </a:cubicBezTo>
                <a:cubicBezTo>
                  <a:pt x="3012370" y="19667"/>
                  <a:pt x="2945824" y="14410"/>
                  <a:pt x="2816352" y="18288"/>
                </a:cubicBezTo>
                <a:cubicBezTo>
                  <a:pt x="2686880" y="22166"/>
                  <a:pt x="2438351" y="13507"/>
                  <a:pt x="2137410" y="18288"/>
                </a:cubicBezTo>
                <a:cubicBezTo>
                  <a:pt x="1836469" y="23069"/>
                  <a:pt x="1581391" y="46111"/>
                  <a:pt x="1408176" y="18288"/>
                </a:cubicBezTo>
                <a:cubicBezTo>
                  <a:pt x="1234961" y="-9535"/>
                  <a:pt x="1040489" y="-7495"/>
                  <a:pt x="829818" y="18288"/>
                </a:cubicBezTo>
                <a:cubicBezTo>
                  <a:pt x="619147" y="44071"/>
                  <a:pt x="238626" y="37568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029200" h="18288" stroke="0" extrusionOk="0">
                <a:moveTo>
                  <a:pt x="0" y="0"/>
                </a:moveTo>
                <a:cubicBezTo>
                  <a:pt x="165412" y="-21137"/>
                  <a:pt x="322344" y="-21985"/>
                  <a:pt x="578358" y="0"/>
                </a:cubicBezTo>
                <a:cubicBezTo>
                  <a:pt x="834372" y="21985"/>
                  <a:pt x="907099" y="-19195"/>
                  <a:pt x="1056132" y="0"/>
                </a:cubicBezTo>
                <a:cubicBezTo>
                  <a:pt x="1205165" y="19195"/>
                  <a:pt x="1612834" y="-24928"/>
                  <a:pt x="1785366" y="0"/>
                </a:cubicBezTo>
                <a:cubicBezTo>
                  <a:pt x="1957898" y="24928"/>
                  <a:pt x="2149044" y="19108"/>
                  <a:pt x="2363724" y="0"/>
                </a:cubicBezTo>
                <a:cubicBezTo>
                  <a:pt x="2578404" y="-19108"/>
                  <a:pt x="2759981" y="-21788"/>
                  <a:pt x="2942082" y="0"/>
                </a:cubicBezTo>
                <a:cubicBezTo>
                  <a:pt x="3124183" y="21788"/>
                  <a:pt x="3482217" y="8836"/>
                  <a:pt x="3671316" y="0"/>
                </a:cubicBezTo>
                <a:cubicBezTo>
                  <a:pt x="3860415" y="-8836"/>
                  <a:pt x="4058665" y="-25048"/>
                  <a:pt x="4199382" y="0"/>
                </a:cubicBezTo>
                <a:cubicBezTo>
                  <a:pt x="4340099" y="25048"/>
                  <a:pt x="4735096" y="-22088"/>
                  <a:pt x="5029200" y="0"/>
                </a:cubicBezTo>
                <a:cubicBezTo>
                  <a:pt x="5028517" y="5414"/>
                  <a:pt x="5028480" y="12510"/>
                  <a:pt x="5029200" y="18288"/>
                </a:cubicBezTo>
                <a:cubicBezTo>
                  <a:pt x="4891577" y="31493"/>
                  <a:pt x="4684146" y="-2509"/>
                  <a:pt x="4501134" y="18288"/>
                </a:cubicBezTo>
                <a:cubicBezTo>
                  <a:pt x="4318122" y="39085"/>
                  <a:pt x="4030703" y="3672"/>
                  <a:pt x="3872484" y="18288"/>
                </a:cubicBezTo>
                <a:cubicBezTo>
                  <a:pt x="3714265" y="32905"/>
                  <a:pt x="3546134" y="7501"/>
                  <a:pt x="3294126" y="18288"/>
                </a:cubicBezTo>
                <a:cubicBezTo>
                  <a:pt x="3042118" y="29075"/>
                  <a:pt x="2912116" y="11153"/>
                  <a:pt x="2564892" y="18288"/>
                </a:cubicBezTo>
                <a:cubicBezTo>
                  <a:pt x="2217668" y="25423"/>
                  <a:pt x="2095118" y="11659"/>
                  <a:pt x="1835658" y="18288"/>
                </a:cubicBezTo>
                <a:cubicBezTo>
                  <a:pt x="1576198" y="24917"/>
                  <a:pt x="1500897" y="19889"/>
                  <a:pt x="1307592" y="18288"/>
                </a:cubicBezTo>
                <a:cubicBezTo>
                  <a:pt x="1114287" y="16687"/>
                  <a:pt x="961527" y="47453"/>
                  <a:pt x="678942" y="18288"/>
                </a:cubicBezTo>
                <a:cubicBezTo>
                  <a:pt x="396357" y="-10877"/>
                  <a:pt x="271066" y="23005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38100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827C72-8C4F-ACD5-F1FD-868DC99E24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59354" y="2798064"/>
            <a:ext cx="5461095" cy="341761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>
                <a:solidFill>
                  <a:srgbClr val="FFFFFF"/>
                </a:solidFill>
              </a:rPr>
              <a:t>This presentation showcases my game project, its features, and functionality.</a:t>
            </a:r>
            <a:br>
              <a:rPr lang="en-US" sz="2200">
                <a:solidFill>
                  <a:srgbClr val="FFFFFF"/>
                </a:solidFill>
              </a:rPr>
            </a:br>
            <a:endParaRPr lang="en-US" sz="2200">
              <a:solidFill>
                <a:srgbClr val="FFFFFF"/>
              </a:solidFill>
            </a:endParaRPr>
          </a:p>
          <a:p>
            <a:r>
              <a:rPr lang="en-US" sz="2200">
                <a:solidFill>
                  <a:srgbClr val="FFFFFF"/>
                </a:solidFill>
              </a:rPr>
              <a:t>Presented by;</a:t>
            </a:r>
          </a:p>
          <a:p>
            <a:pPr lvl="4"/>
            <a:r>
              <a:rPr lang="en-US" sz="2200">
                <a:solidFill>
                  <a:srgbClr val="FFFFFF"/>
                </a:solidFill>
              </a:rPr>
              <a:t>Nauman Rafay</a:t>
            </a:r>
          </a:p>
          <a:p>
            <a:pPr lvl="4"/>
            <a:r>
              <a:rPr lang="en-US" sz="2200">
                <a:solidFill>
                  <a:srgbClr val="FFFFFF"/>
                </a:solidFill>
              </a:rPr>
              <a:t>DS-A</a:t>
            </a:r>
          </a:p>
          <a:p>
            <a:pPr lvl="4"/>
            <a:r>
              <a:rPr lang="en-US" sz="2200">
                <a:solidFill>
                  <a:srgbClr val="FFFFFF"/>
                </a:solidFill>
              </a:rPr>
              <a:t>24i-2558</a:t>
            </a:r>
          </a:p>
        </p:txBody>
      </p:sp>
    </p:spTree>
    <p:extLst>
      <p:ext uri="{BB962C8B-B14F-4D97-AF65-F5344CB8AC3E}">
        <p14:creationId xmlns:p14="http://schemas.microsoft.com/office/powerpoint/2010/main" val="2027403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B01CA9-7722-782A-B169-611FA6B4C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Game Features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8C34DA74-6C5B-C817-B013-66433FB949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9590775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5906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B831B6F-405A-4B47-B9BB-5CA88F28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Cursor">
            <a:extLst>
              <a:ext uri="{FF2B5EF4-FFF2-40B4-BE49-F238E27FC236}">
                <a16:creationId xmlns:a16="http://schemas.microsoft.com/office/drawing/2014/main" id="{686EA016-5949-EDE2-0CBA-B11001D32C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4988" y="1744515"/>
            <a:ext cx="3368969" cy="3368969"/>
          </a:xfrm>
          <a:prstGeom prst="rect">
            <a:avLst/>
          </a:prstGeom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5109354-9C5D-4F8C-B0E6-D1043C7BF2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9992" y="0"/>
            <a:ext cx="7562008" cy="6858000"/>
          </a:xfrm>
          <a:custGeom>
            <a:avLst/>
            <a:gdLst>
              <a:gd name="connsiteX0" fmla="*/ 7529613 w 7529613"/>
              <a:gd name="connsiteY0" fmla="*/ 0 h 6858000"/>
              <a:gd name="connsiteX1" fmla="*/ 1222331 w 7529613"/>
              <a:gd name="connsiteY1" fmla="*/ 0 h 6858000"/>
              <a:gd name="connsiteX2" fmla="*/ 1126483 w 7529613"/>
              <a:gd name="connsiteY2" fmla="*/ 148742 h 6858000"/>
              <a:gd name="connsiteX3" fmla="*/ 767554 w 7529613"/>
              <a:gd name="connsiteY3" fmla="*/ 819975 h 6858000"/>
              <a:gd name="connsiteX4" fmla="*/ 742103 w 7529613"/>
              <a:gd name="connsiteY4" fmla="*/ 854514 h 6858000"/>
              <a:gd name="connsiteX5" fmla="*/ 785881 w 7529613"/>
              <a:gd name="connsiteY5" fmla="*/ 750263 h 6858000"/>
              <a:gd name="connsiteX6" fmla="*/ 978978 w 7529613"/>
              <a:gd name="connsiteY6" fmla="*/ 331786 h 6858000"/>
              <a:gd name="connsiteX7" fmla="*/ 1155717 w 7529613"/>
              <a:gd name="connsiteY7" fmla="*/ 0 h 6858000"/>
              <a:gd name="connsiteX8" fmla="*/ 1098249 w 7529613"/>
              <a:gd name="connsiteY8" fmla="*/ 0 h 6858000"/>
              <a:gd name="connsiteX9" fmla="*/ 991458 w 7529613"/>
              <a:gd name="connsiteY9" fmla="*/ 196614 h 6858000"/>
              <a:gd name="connsiteX10" fmla="*/ 493941 w 7529613"/>
              <a:gd name="connsiteY10" fmla="*/ 1371196 h 6858000"/>
              <a:gd name="connsiteX11" fmla="*/ 46485 w 7529613"/>
              <a:gd name="connsiteY11" fmla="*/ 3331516 h 6858000"/>
              <a:gd name="connsiteX12" fmla="*/ 12252 w 7529613"/>
              <a:gd name="connsiteY12" fmla="*/ 4357388 h 6858000"/>
              <a:gd name="connsiteX13" fmla="*/ 170821 w 7529613"/>
              <a:gd name="connsiteY13" fmla="*/ 5552906 h 6858000"/>
              <a:gd name="connsiteX14" fmla="*/ 537265 w 7529613"/>
              <a:gd name="connsiteY14" fmla="*/ 6828295 h 6858000"/>
              <a:gd name="connsiteX15" fmla="*/ 549692 w 7529613"/>
              <a:gd name="connsiteY15" fmla="*/ 6858000 h 6858000"/>
              <a:gd name="connsiteX16" fmla="*/ 602234 w 7529613"/>
              <a:gd name="connsiteY16" fmla="*/ 6858000 h 6858000"/>
              <a:gd name="connsiteX17" fmla="*/ 595414 w 7529613"/>
              <a:gd name="connsiteY17" fmla="*/ 6841549 h 6858000"/>
              <a:gd name="connsiteX18" fmla="*/ 364260 w 7529613"/>
              <a:gd name="connsiteY18" fmla="*/ 6142729 h 6858000"/>
              <a:gd name="connsiteX19" fmla="*/ 213071 w 7529613"/>
              <a:gd name="connsiteY19" fmla="*/ 5513923 h 6858000"/>
              <a:gd name="connsiteX20" fmla="*/ 211290 w 7529613"/>
              <a:gd name="connsiteY20" fmla="*/ 5480401 h 6858000"/>
              <a:gd name="connsiteX21" fmla="*/ 311446 w 7529613"/>
              <a:gd name="connsiteY21" fmla="*/ 5830359 h 6858000"/>
              <a:gd name="connsiteX22" fmla="*/ 622963 w 7529613"/>
              <a:gd name="connsiteY22" fmla="*/ 6670527 h 6858000"/>
              <a:gd name="connsiteX23" fmla="*/ 710464 w 7529613"/>
              <a:gd name="connsiteY23" fmla="*/ 6858000 h 6858000"/>
              <a:gd name="connsiteX24" fmla="*/ 7529613 w 7529613"/>
              <a:gd name="connsiteY2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7529613" h="6858000">
                <a:moveTo>
                  <a:pt x="7529613" y="0"/>
                </a:moveTo>
                <a:lnTo>
                  <a:pt x="1222331" y="0"/>
                </a:lnTo>
                <a:lnTo>
                  <a:pt x="1126483" y="148742"/>
                </a:lnTo>
                <a:cubicBezTo>
                  <a:pt x="995323" y="365513"/>
                  <a:pt x="876174" y="589569"/>
                  <a:pt x="767554" y="819975"/>
                </a:cubicBezTo>
                <a:cubicBezTo>
                  <a:pt x="762210" y="833492"/>
                  <a:pt x="753441" y="845393"/>
                  <a:pt x="742103" y="854514"/>
                </a:cubicBezTo>
                <a:cubicBezTo>
                  <a:pt x="756737" y="819849"/>
                  <a:pt x="770991" y="784928"/>
                  <a:pt x="785881" y="750263"/>
                </a:cubicBezTo>
                <a:cubicBezTo>
                  <a:pt x="846713" y="608712"/>
                  <a:pt x="910948" y="469145"/>
                  <a:pt x="978978" y="331786"/>
                </a:cubicBezTo>
                <a:lnTo>
                  <a:pt x="1155717" y="0"/>
                </a:lnTo>
                <a:lnTo>
                  <a:pt x="1098249" y="0"/>
                </a:lnTo>
                <a:lnTo>
                  <a:pt x="991458" y="196614"/>
                </a:lnTo>
                <a:cubicBezTo>
                  <a:pt x="797017" y="573253"/>
                  <a:pt x="633548" y="966066"/>
                  <a:pt x="493941" y="1371196"/>
                </a:cubicBezTo>
                <a:cubicBezTo>
                  <a:pt x="276630" y="2007265"/>
                  <a:pt x="126659" y="2664286"/>
                  <a:pt x="46485" y="3331516"/>
                </a:cubicBezTo>
                <a:cubicBezTo>
                  <a:pt x="4488" y="3672965"/>
                  <a:pt x="-14219" y="4013908"/>
                  <a:pt x="12252" y="4357388"/>
                </a:cubicBezTo>
                <a:cubicBezTo>
                  <a:pt x="43558" y="4758899"/>
                  <a:pt x="90773" y="5157998"/>
                  <a:pt x="170821" y="5552906"/>
                </a:cubicBezTo>
                <a:cubicBezTo>
                  <a:pt x="259109" y="5988893"/>
                  <a:pt x="378967" y="6414594"/>
                  <a:pt x="537265" y="6828295"/>
                </a:cubicBezTo>
                <a:lnTo>
                  <a:pt x="549692" y="6858000"/>
                </a:lnTo>
                <a:lnTo>
                  <a:pt x="602234" y="6858000"/>
                </a:lnTo>
                <a:lnTo>
                  <a:pt x="595414" y="6841549"/>
                </a:lnTo>
                <a:cubicBezTo>
                  <a:pt x="507884" y="6614016"/>
                  <a:pt x="431296" y="6380817"/>
                  <a:pt x="364260" y="6142729"/>
                </a:cubicBezTo>
                <a:cubicBezTo>
                  <a:pt x="305974" y="5935370"/>
                  <a:pt x="262958" y="5723695"/>
                  <a:pt x="213071" y="5513923"/>
                </a:cubicBezTo>
                <a:cubicBezTo>
                  <a:pt x="211892" y="5502788"/>
                  <a:pt x="211299" y="5491601"/>
                  <a:pt x="211290" y="5480401"/>
                </a:cubicBezTo>
                <a:cubicBezTo>
                  <a:pt x="247814" y="5607635"/>
                  <a:pt x="276958" y="5719759"/>
                  <a:pt x="311446" y="5830359"/>
                </a:cubicBezTo>
                <a:cubicBezTo>
                  <a:pt x="401357" y="6118381"/>
                  <a:pt x="505060" y="6398531"/>
                  <a:pt x="622963" y="6670527"/>
                </a:cubicBezTo>
                <a:lnTo>
                  <a:pt x="710464" y="6858000"/>
                </a:lnTo>
                <a:lnTo>
                  <a:pt x="7529613" y="6858000"/>
                </a:lnTo>
                <a:close/>
              </a:path>
            </a:pathLst>
          </a:custGeom>
          <a:solidFill>
            <a:schemeClr val="accent2"/>
          </a:solidFill>
          <a:ln w="685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9FE1D7-40B2-18A0-BE29-424E2CD82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9354" y="457201"/>
            <a:ext cx="5337270" cy="183591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Game Logic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49B530FE-A87D-41A0-A920-ADC6539EA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59353" y="2560829"/>
            <a:ext cx="5029200" cy="18288"/>
          </a:xfrm>
          <a:custGeom>
            <a:avLst/>
            <a:gdLst>
              <a:gd name="connsiteX0" fmla="*/ 0 w 5029200"/>
              <a:gd name="connsiteY0" fmla="*/ 0 h 18288"/>
              <a:gd name="connsiteX1" fmla="*/ 528066 w 5029200"/>
              <a:gd name="connsiteY1" fmla="*/ 0 h 18288"/>
              <a:gd name="connsiteX2" fmla="*/ 1207008 w 5029200"/>
              <a:gd name="connsiteY2" fmla="*/ 0 h 18288"/>
              <a:gd name="connsiteX3" fmla="*/ 1785366 w 5029200"/>
              <a:gd name="connsiteY3" fmla="*/ 0 h 18288"/>
              <a:gd name="connsiteX4" fmla="*/ 2313432 w 5029200"/>
              <a:gd name="connsiteY4" fmla="*/ 0 h 18288"/>
              <a:gd name="connsiteX5" fmla="*/ 2992374 w 5029200"/>
              <a:gd name="connsiteY5" fmla="*/ 0 h 18288"/>
              <a:gd name="connsiteX6" fmla="*/ 3621024 w 5029200"/>
              <a:gd name="connsiteY6" fmla="*/ 0 h 18288"/>
              <a:gd name="connsiteX7" fmla="*/ 4249674 w 5029200"/>
              <a:gd name="connsiteY7" fmla="*/ 0 h 18288"/>
              <a:gd name="connsiteX8" fmla="*/ 5029200 w 5029200"/>
              <a:gd name="connsiteY8" fmla="*/ 0 h 18288"/>
              <a:gd name="connsiteX9" fmla="*/ 5029200 w 5029200"/>
              <a:gd name="connsiteY9" fmla="*/ 18288 h 18288"/>
              <a:gd name="connsiteX10" fmla="*/ 4501134 w 5029200"/>
              <a:gd name="connsiteY10" fmla="*/ 18288 h 18288"/>
              <a:gd name="connsiteX11" fmla="*/ 4023360 w 5029200"/>
              <a:gd name="connsiteY11" fmla="*/ 18288 h 18288"/>
              <a:gd name="connsiteX12" fmla="*/ 3344418 w 5029200"/>
              <a:gd name="connsiteY12" fmla="*/ 18288 h 18288"/>
              <a:gd name="connsiteX13" fmla="*/ 2816352 w 5029200"/>
              <a:gd name="connsiteY13" fmla="*/ 18288 h 18288"/>
              <a:gd name="connsiteX14" fmla="*/ 2137410 w 5029200"/>
              <a:gd name="connsiteY14" fmla="*/ 18288 h 18288"/>
              <a:gd name="connsiteX15" fmla="*/ 1408176 w 5029200"/>
              <a:gd name="connsiteY15" fmla="*/ 18288 h 18288"/>
              <a:gd name="connsiteX16" fmla="*/ 829818 w 5029200"/>
              <a:gd name="connsiteY16" fmla="*/ 18288 h 18288"/>
              <a:gd name="connsiteX17" fmla="*/ 0 w 5029200"/>
              <a:gd name="connsiteY17" fmla="*/ 18288 h 18288"/>
              <a:gd name="connsiteX18" fmla="*/ 0 w 5029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029200" h="18288" fill="none" extrusionOk="0">
                <a:moveTo>
                  <a:pt x="0" y="0"/>
                </a:moveTo>
                <a:cubicBezTo>
                  <a:pt x="142937" y="1696"/>
                  <a:pt x="371859" y="12840"/>
                  <a:pt x="528066" y="0"/>
                </a:cubicBezTo>
                <a:cubicBezTo>
                  <a:pt x="684273" y="-12840"/>
                  <a:pt x="928949" y="-5725"/>
                  <a:pt x="1207008" y="0"/>
                </a:cubicBezTo>
                <a:cubicBezTo>
                  <a:pt x="1485067" y="5725"/>
                  <a:pt x="1562886" y="-21331"/>
                  <a:pt x="1785366" y="0"/>
                </a:cubicBezTo>
                <a:cubicBezTo>
                  <a:pt x="2007846" y="21331"/>
                  <a:pt x="2056226" y="25221"/>
                  <a:pt x="2313432" y="0"/>
                </a:cubicBezTo>
                <a:cubicBezTo>
                  <a:pt x="2570638" y="-25221"/>
                  <a:pt x="2732455" y="16294"/>
                  <a:pt x="2992374" y="0"/>
                </a:cubicBezTo>
                <a:cubicBezTo>
                  <a:pt x="3252293" y="-16294"/>
                  <a:pt x="3319267" y="-29774"/>
                  <a:pt x="3621024" y="0"/>
                </a:cubicBezTo>
                <a:cubicBezTo>
                  <a:pt x="3922781" y="29774"/>
                  <a:pt x="3998107" y="-1004"/>
                  <a:pt x="4249674" y="0"/>
                </a:cubicBezTo>
                <a:cubicBezTo>
                  <a:pt x="4501241" y="1004"/>
                  <a:pt x="4792523" y="-4510"/>
                  <a:pt x="5029200" y="0"/>
                </a:cubicBezTo>
                <a:cubicBezTo>
                  <a:pt x="5029730" y="6954"/>
                  <a:pt x="5029934" y="12839"/>
                  <a:pt x="5029200" y="18288"/>
                </a:cubicBezTo>
                <a:cubicBezTo>
                  <a:pt x="4805432" y="23154"/>
                  <a:pt x="4715801" y="17034"/>
                  <a:pt x="4501134" y="18288"/>
                </a:cubicBezTo>
                <a:cubicBezTo>
                  <a:pt x="4286467" y="19542"/>
                  <a:pt x="4193719" y="41701"/>
                  <a:pt x="4023360" y="18288"/>
                </a:cubicBezTo>
                <a:cubicBezTo>
                  <a:pt x="3853001" y="-5125"/>
                  <a:pt x="3676466" y="16909"/>
                  <a:pt x="3344418" y="18288"/>
                </a:cubicBezTo>
                <a:cubicBezTo>
                  <a:pt x="3012370" y="19667"/>
                  <a:pt x="2945824" y="14410"/>
                  <a:pt x="2816352" y="18288"/>
                </a:cubicBezTo>
                <a:cubicBezTo>
                  <a:pt x="2686880" y="22166"/>
                  <a:pt x="2438351" y="13507"/>
                  <a:pt x="2137410" y="18288"/>
                </a:cubicBezTo>
                <a:cubicBezTo>
                  <a:pt x="1836469" y="23069"/>
                  <a:pt x="1581391" y="46111"/>
                  <a:pt x="1408176" y="18288"/>
                </a:cubicBezTo>
                <a:cubicBezTo>
                  <a:pt x="1234961" y="-9535"/>
                  <a:pt x="1040489" y="-7495"/>
                  <a:pt x="829818" y="18288"/>
                </a:cubicBezTo>
                <a:cubicBezTo>
                  <a:pt x="619147" y="44071"/>
                  <a:pt x="238626" y="37568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029200" h="18288" stroke="0" extrusionOk="0">
                <a:moveTo>
                  <a:pt x="0" y="0"/>
                </a:moveTo>
                <a:cubicBezTo>
                  <a:pt x="165412" y="-21137"/>
                  <a:pt x="322344" y="-21985"/>
                  <a:pt x="578358" y="0"/>
                </a:cubicBezTo>
                <a:cubicBezTo>
                  <a:pt x="834372" y="21985"/>
                  <a:pt x="907099" y="-19195"/>
                  <a:pt x="1056132" y="0"/>
                </a:cubicBezTo>
                <a:cubicBezTo>
                  <a:pt x="1205165" y="19195"/>
                  <a:pt x="1612834" y="-24928"/>
                  <a:pt x="1785366" y="0"/>
                </a:cubicBezTo>
                <a:cubicBezTo>
                  <a:pt x="1957898" y="24928"/>
                  <a:pt x="2149044" y="19108"/>
                  <a:pt x="2363724" y="0"/>
                </a:cubicBezTo>
                <a:cubicBezTo>
                  <a:pt x="2578404" y="-19108"/>
                  <a:pt x="2759981" y="-21788"/>
                  <a:pt x="2942082" y="0"/>
                </a:cubicBezTo>
                <a:cubicBezTo>
                  <a:pt x="3124183" y="21788"/>
                  <a:pt x="3482217" y="8836"/>
                  <a:pt x="3671316" y="0"/>
                </a:cubicBezTo>
                <a:cubicBezTo>
                  <a:pt x="3860415" y="-8836"/>
                  <a:pt x="4058665" y="-25048"/>
                  <a:pt x="4199382" y="0"/>
                </a:cubicBezTo>
                <a:cubicBezTo>
                  <a:pt x="4340099" y="25048"/>
                  <a:pt x="4735096" y="-22088"/>
                  <a:pt x="5029200" y="0"/>
                </a:cubicBezTo>
                <a:cubicBezTo>
                  <a:pt x="5028517" y="5414"/>
                  <a:pt x="5028480" y="12510"/>
                  <a:pt x="5029200" y="18288"/>
                </a:cubicBezTo>
                <a:cubicBezTo>
                  <a:pt x="4891577" y="31493"/>
                  <a:pt x="4684146" y="-2509"/>
                  <a:pt x="4501134" y="18288"/>
                </a:cubicBezTo>
                <a:cubicBezTo>
                  <a:pt x="4318122" y="39085"/>
                  <a:pt x="4030703" y="3672"/>
                  <a:pt x="3872484" y="18288"/>
                </a:cubicBezTo>
                <a:cubicBezTo>
                  <a:pt x="3714265" y="32905"/>
                  <a:pt x="3546134" y="7501"/>
                  <a:pt x="3294126" y="18288"/>
                </a:cubicBezTo>
                <a:cubicBezTo>
                  <a:pt x="3042118" y="29075"/>
                  <a:pt x="2912116" y="11153"/>
                  <a:pt x="2564892" y="18288"/>
                </a:cubicBezTo>
                <a:cubicBezTo>
                  <a:pt x="2217668" y="25423"/>
                  <a:pt x="2095118" y="11659"/>
                  <a:pt x="1835658" y="18288"/>
                </a:cubicBezTo>
                <a:cubicBezTo>
                  <a:pt x="1576198" y="24917"/>
                  <a:pt x="1500897" y="19889"/>
                  <a:pt x="1307592" y="18288"/>
                </a:cubicBezTo>
                <a:cubicBezTo>
                  <a:pt x="1114287" y="16687"/>
                  <a:pt x="961527" y="47453"/>
                  <a:pt x="678942" y="18288"/>
                </a:cubicBezTo>
                <a:cubicBezTo>
                  <a:pt x="396357" y="-10877"/>
                  <a:pt x="271066" y="23005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38100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81AB04-3C1C-C7D7-36F5-2AF650D72A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59354" y="2798064"/>
            <a:ext cx="5461095" cy="341761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 dirty="0">
                <a:solidFill>
                  <a:srgbClr val="FFFFFF"/>
                </a:solidFill>
              </a:rPr>
              <a:t> Mouse click triggers the shooter.</a:t>
            </a:r>
          </a:p>
          <a:p>
            <a:r>
              <a:rPr lang="en-US" sz="2200" dirty="0">
                <a:solidFill>
                  <a:srgbClr val="FFFFFF"/>
                </a:solidFill>
              </a:rPr>
              <a:t> The shot bubble attaches to the nearest column.</a:t>
            </a:r>
          </a:p>
          <a:p>
            <a:r>
              <a:rPr lang="en-US" sz="2200" dirty="0">
                <a:solidFill>
                  <a:srgbClr val="FFFFFF"/>
                </a:solidFill>
              </a:rPr>
              <a:t>The game checks the array for valid words.</a:t>
            </a:r>
          </a:p>
          <a:p>
            <a:r>
              <a:rPr lang="en-US" sz="2200" dirty="0">
                <a:solidFill>
                  <a:srgbClr val="FFFFFF"/>
                </a:solidFill>
              </a:rPr>
              <a:t> Words in the dictionary burst the bubbles and add to the score.</a:t>
            </a:r>
          </a:p>
        </p:txBody>
      </p:sp>
    </p:spTree>
    <p:extLst>
      <p:ext uri="{BB962C8B-B14F-4D97-AF65-F5344CB8AC3E}">
        <p14:creationId xmlns:p14="http://schemas.microsoft.com/office/powerpoint/2010/main" val="16562424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B831B6F-405A-4B47-B9BB-5CA88F28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Hourglass">
            <a:extLst>
              <a:ext uri="{FF2B5EF4-FFF2-40B4-BE49-F238E27FC236}">
                <a16:creationId xmlns:a16="http://schemas.microsoft.com/office/drawing/2014/main" id="{5DB82959-F769-DB12-0EB0-19BC2E8518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4988" y="1744515"/>
            <a:ext cx="3368969" cy="3368969"/>
          </a:xfrm>
          <a:prstGeom prst="rect">
            <a:avLst/>
          </a:prstGeom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5109354-9C5D-4F8C-B0E6-D1043C7BF2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9992" y="0"/>
            <a:ext cx="7562008" cy="6858000"/>
          </a:xfrm>
          <a:custGeom>
            <a:avLst/>
            <a:gdLst>
              <a:gd name="connsiteX0" fmla="*/ 7529613 w 7529613"/>
              <a:gd name="connsiteY0" fmla="*/ 0 h 6858000"/>
              <a:gd name="connsiteX1" fmla="*/ 1222331 w 7529613"/>
              <a:gd name="connsiteY1" fmla="*/ 0 h 6858000"/>
              <a:gd name="connsiteX2" fmla="*/ 1126483 w 7529613"/>
              <a:gd name="connsiteY2" fmla="*/ 148742 h 6858000"/>
              <a:gd name="connsiteX3" fmla="*/ 767554 w 7529613"/>
              <a:gd name="connsiteY3" fmla="*/ 819975 h 6858000"/>
              <a:gd name="connsiteX4" fmla="*/ 742103 w 7529613"/>
              <a:gd name="connsiteY4" fmla="*/ 854514 h 6858000"/>
              <a:gd name="connsiteX5" fmla="*/ 785881 w 7529613"/>
              <a:gd name="connsiteY5" fmla="*/ 750263 h 6858000"/>
              <a:gd name="connsiteX6" fmla="*/ 978978 w 7529613"/>
              <a:gd name="connsiteY6" fmla="*/ 331786 h 6858000"/>
              <a:gd name="connsiteX7" fmla="*/ 1155717 w 7529613"/>
              <a:gd name="connsiteY7" fmla="*/ 0 h 6858000"/>
              <a:gd name="connsiteX8" fmla="*/ 1098249 w 7529613"/>
              <a:gd name="connsiteY8" fmla="*/ 0 h 6858000"/>
              <a:gd name="connsiteX9" fmla="*/ 991458 w 7529613"/>
              <a:gd name="connsiteY9" fmla="*/ 196614 h 6858000"/>
              <a:gd name="connsiteX10" fmla="*/ 493941 w 7529613"/>
              <a:gd name="connsiteY10" fmla="*/ 1371196 h 6858000"/>
              <a:gd name="connsiteX11" fmla="*/ 46485 w 7529613"/>
              <a:gd name="connsiteY11" fmla="*/ 3331516 h 6858000"/>
              <a:gd name="connsiteX12" fmla="*/ 12252 w 7529613"/>
              <a:gd name="connsiteY12" fmla="*/ 4357388 h 6858000"/>
              <a:gd name="connsiteX13" fmla="*/ 170821 w 7529613"/>
              <a:gd name="connsiteY13" fmla="*/ 5552906 h 6858000"/>
              <a:gd name="connsiteX14" fmla="*/ 537265 w 7529613"/>
              <a:gd name="connsiteY14" fmla="*/ 6828295 h 6858000"/>
              <a:gd name="connsiteX15" fmla="*/ 549692 w 7529613"/>
              <a:gd name="connsiteY15" fmla="*/ 6858000 h 6858000"/>
              <a:gd name="connsiteX16" fmla="*/ 602234 w 7529613"/>
              <a:gd name="connsiteY16" fmla="*/ 6858000 h 6858000"/>
              <a:gd name="connsiteX17" fmla="*/ 595414 w 7529613"/>
              <a:gd name="connsiteY17" fmla="*/ 6841549 h 6858000"/>
              <a:gd name="connsiteX18" fmla="*/ 364260 w 7529613"/>
              <a:gd name="connsiteY18" fmla="*/ 6142729 h 6858000"/>
              <a:gd name="connsiteX19" fmla="*/ 213071 w 7529613"/>
              <a:gd name="connsiteY19" fmla="*/ 5513923 h 6858000"/>
              <a:gd name="connsiteX20" fmla="*/ 211290 w 7529613"/>
              <a:gd name="connsiteY20" fmla="*/ 5480401 h 6858000"/>
              <a:gd name="connsiteX21" fmla="*/ 311446 w 7529613"/>
              <a:gd name="connsiteY21" fmla="*/ 5830359 h 6858000"/>
              <a:gd name="connsiteX22" fmla="*/ 622963 w 7529613"/>
              <a:gd name="connsiteY22" fmla="*/ 6670527 h 6858000"/>
              <a:gd name="connsiteX23" fmla="*/ 710464 w 7529613"/>
              <a:gd name="connsiteY23" fmla="*/ 6858000 h 6858000"/>
              <a:gd name="connsiteX24" fmla="*/ 7529613 w 7529613"/>
              <a:gd name="connsiteY2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7529613" h="6858000">
                <a:moveTo>
                  <a:pt x="7529613" y="0"/>
                </a:moveTo>
                <a:lnTo>
                  <a:pt x="1222331" y="0"/>
                </a:lnTo>
                <a:lnTo>
                  <a:pt x="1126483" y="148742"/>
                </a:lnTo>
                <a:cubicBezTo>
                  <a:pt x="995323" y="365513"/>
                  <a:pt x="876174" y="589569"/>
                  <a:pt x="767554" y="819975"/>
                </a:cubicBezTo>
                <a:cubicBezTo>
                  <a:pt x="762210" y="833492"/>
                  <a:pt x="753441" y="845393"/>
                  <a:pt x="742103" y="854514"/>
                </a:cubicBezTo>
                <a:cubicBezTo>
                  <a:pt x="756737" y="819849"/>
                  <a:pt x="770991" y="784928"/>
                  <a:pt x="785881" y="750263"/>
                </a:cubicBezTo>
                <a:cubicBezTo>
                  <a:pt x="846713" y="608712"/>
                  <a:pt x="910948" y="469145"/>
                  <a:pt x="978978" y="331786"/>
                </a:cubicBezTo>
                <a:lnTo>
                  <a:pt x="1155717" y="0"/>
                </a:lnTo>
                <a:lnTo>
                  <a:pt x="1098249" y="0"/>
                </a:lnTo>
                <a:lnTo>
                  <a:pt x="991458" y="196614"/>
                </a:lnTo>
                <a:cubicBezTo>
                  <a:pt x="797017" y="573253"/>
                  <a:pt x="633548" y="966066"/>
                  <a:pt x="493941" y="1371196"/>
                </a:cubicBezTo>
                <a:cubicBezTo>
                  <a:pt x="276630" y="2007265"/>
                  <a:pt x="126659" y="2664286"/>
                  <a:pt x="46485" y="3331516"/>
                </a:cubicBezTo>
                <a:cubicBezTo>
                  <a:pt x="4488" y="3672965"/>
                  <a:pt x="-14219" y="4013908"/>
                  <a:pt x="12252" y="4357388"/>
                </a:cubicBezTo>
                <a:cubicBezTo>
                  <a:pt x="43558" y="4758899"/>
                  <a:pt x="90773" y="5157998"/>
                  <a:pt x="170821" y="5552906"/>
                </a:cubicBezTo>
                <a:cubicBezTo>
                  <a:pt x="259109" y="5988893"/>
                  <a:pt x="378967" y="6414594"/>
                  <a:pt x="537265" y="6828295"/>
                </a:cubicBezTo>
                <a:lnTo>
                  <a:pt x="549692" y="6858000"/>
                </a:lnTo>
                <a:lnTo>
                  <a:pt x="602234" y="6858000"/>
                </a:lnTo>
                <a:lnTo>
                  <a:pt x="595414" y="6841549"/>
                </a:lnTo>
                <a:cubicBezTo>
                  <a:pt x="507884" y="6614016"/>
                  <a:pt x="431296" y="6380817"/>
                  <a:pt x="364260" y="6142729"/>
                </a:cubicBezTo>
                <a:cubicBezTo>
                  <a:pt x="305974" y="5935370"/>
                  <a:pt x="262958" y="5723695"/>
                  <a:pt x="213071" y="5513923"/>
                </a:cubicBezTo>
                <a:cubicBezTo>
                  <a:pt x="211892" y="5502788"/>
                  <a:pt x="211299" y="5491601"/>
                  <a:pt x="211290" y="5480401"/>
                </a:cubicBezTo>
                <a:cubicBezTo>
                  <a:pt x="247814" y="5607635"/>
                  <a:pt x="276958" y="5719759"/>
                  <a:pt x="311446" y="5830359"/>
                </a:cubicBezTo>
                <a:cubicBezTo>
                  <a:pt x="401357" y="6118381"/>
                  <a:pt x="505060" y="6398531"/>
                  <a:pt x="622963" y="6670527"/>
                </a:cubicBezTo>
                <a:lnTo>
                  <a:pt x="710464" y="6858000"/>
                </a:lnTo>
                <a:lnTo>
                  <a:pt x="7529613" y="6858000"/>
                </a:lnTo>
                <a:close/>
              </a:path>
            </a:pathLst>
          </a:custGeom>
          <a:solidFill>
            <a:schemeClr val="accent2"/>
          </a:solidFill>
          <a:ln w="685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337BBD-F199-5E27-C87A-5C18044EF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9354" y="457201"/>
            <a:ext cx="5337270" cy="183591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Game Timer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49B530FE-A87D-41A0-A920-ADC6539EA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59353" y="2560829"/>
            <a:ext cx="5029200" cy="18288"/>
          </a:xfrm>
          <a:custGeom>
            <a:avLst/>
            <a:gdLst>
              <a:gd name="connsiteX0" fmla="*/ 0 w 5029200"/>
              <a:gd name="connsiteY0" fmla="*/ 0 h 18288"/>
              <a:gd name="connsiteX1" fmla="*/ 528066 w 5029200"/>
              <a:gd name="connsiteY1" fmla="*/ 0 h 18288"/>
              <a:gd name="connsiteX2" fmla="*/ 1207008 w 5029200"/>
              <a:gd name="connsiteY2" fmla="*/ 0 h 18288"/>
              <a:gd name="connsiteX3" fmla="*/ 1785366 w 5029200"/>
              <a:gd name="connsiteY3" fmla="*/ 0 h 18288"/>
              <a:gd name="connsiteX4" fmla="*/ 2313432 w 5029200"/>
              <a:gd name="connsiteY4" fmla="*/ 0 h 18288"/>
              <a:gd name="connsiteX5" fmla="*/ 2992374 w 5029200"/>
              <a:gd name="connsiteY5" fmla="*/ 0 h 18288"/>
              <a:gd name="connsiteX6" fmla="*/ 3621024 w 5029200"/>
              <a:gd name="connsiteY6" fmla="*/ 0 h 18288"/>
              <a:gd name="connsiteX7" fmla="*/ 4249674 w 5029200"/>
              <a:gd name="connsiteY7" fmla="*/ 0 h 18288"/>
              <a:gd name="connsiteX8" fmla="*/ 5029200 w 5029200"/>
              <a:gd name="connsiteY8" fmla="*/ 0 h 18288"/>
              <a:gd name="connsiteX9" fmla="*/ 5029200 w 5029200"/>
              <a:gd name="connsiteY9" fmla="*/ 18288 h 18288"/>
              <a:gd name="connsiteX10" fmla="*/ 4501134 w 5029200"/>
              <a:gd name="connsiteY10" fmla="*/ 18288 h 18288"/>
              <a:gd name="connsiteX11" fmla="*/ 4023360 w 5029200"/>
              <a:gd name="connsiteY11" fmla="*/ 18288 h 18288"/>
              <a:gd name="connsiteX12" fmla="*/ 3344418 w 5029200"/>
              <a:gd name="connsiteY12" fmla="*/ 18288 h 18288"/>
              <a:gd name="connsiteX13" fmla="*/ 2816352 w 5029200"/>
              <a:gd name="connsiteY13" fmla="*/ 18288 h 18288"/>
              <a:gd name="connsiteX14" fmla="*/ 2137410 w 5029200"/>
              <a:gd name="connsiteY14" fmla="*/ 18288 h 18288"/>
              <a:gd name="connsiteX15" fmla="*/ 1408176 w 5029200"/>
              <a:gd name="connsiteY15" fmla="*/ 18288 h 18288"/>
              <a:gd name="connsiteX16" fmla="*/ 829818 w 5029200"/>
              <a:gd name="connsiteY16" fmla="*/ 18288 h 18288"/>
              <a:gd name="connsiteX17" fmla="*/ 0 w 5029200"/>
              <a:gd name="connsiteY17" fmla="*/ 18288 h 18288"/>
              <a:gd name="connsiteX18" fmla="*/ 0 w 5029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029200" h="18288" fill="none" extrusionOk="0">
                <a:moveTo>
                  <a:pt x="0" y="0"/>
                </a:moveTo>
                <a:cubicBezTo>
                  <a:pt x="142937" y="1696"/>
                  <a:pt x="371859" y="12840"/>
                  <a:pt x="528066" y="0"/>
                </a:cubicBezTo>
                <a:cubicBezTo>
                  <a:pt x="684273" y="-12840"/>
                  <a:pt x="928949" y="-5725"/>
                  <a:pt x="1207008" y="0"/>
                </a:cubicBezTo>
                <a:cubicBezTo>
                  <a:pt x="1485067" y="5725"/>
                  <a:pt x="1562886" y="-21331"/>
                  <a:pt x="1785366" y="0"/>
                </a:cubicBezTo>
                <a:cubicBezTo>
                  <a:pt x="2007846" y="21331"/>
                  <a:pt x="2056226" y="25221"/>
                  <a:pt x="2313432" y="0"/>
                </a:cubicBezTo>
                <a:cubicBezTo>
                  <a:pt x="2570638" y="-25221"/>
                  <a:pt x="2732455" y="16294"/>
                  <a:pt x="2992374" y="0"/>
                </a:cubicBezTo>
                <a:cubicBezTo>
                  <a:pt x="3252293" y="-16294"/>
                  <a:pt x="3319267" y="-29774"/>
                  <a:pt x="3621024" y="0"/>
                </a:cubicBezTo>
                <a:cubicBezTo>
                  <a:pt x="3922781" y="29774"/>
                  <a:pt x="3998107" y="-1004"/>
                  <a:pt x="4249674" y="0"/>
                </a:cubicBezTo>
                <a:cubicBezTo>
                  <a:pt x="4501241" y="1004"/>
                  <a:pt x="4792523" y="-4510"/>
                  <a:pt x="5029200" y="0"/>
                </a:cubicBezTo>
                <a:cubicBezTo>
                  <a:pt x="5029730" y="6954"/>
                  <a:pt x="5029934" y="12839"/>
                  <a:pt x="5029200" y="18288"/>
                </a:cubicBezTo>
                <a:cubicBezTo>
                  <a:pt x="4805432" y="23154"/>
                  <a:pt x="4715801" y="17034"/>
                  <a:pt x="4501134" y="18288"/>
                </a:cubicBezTo>
                <a:cubicBezTo>
                  <a:pt x="4286467" y="19542"/>
                  <a:pt x="4193719" y="41701"/>
                  <a:pt x="4023360" y="18288"/>
                </a:cubicBezTo>
                <a:cubicBezTo>
                  <a:pt x="3853001" y="-5125"/>
                  <a:pt x="3676466" y="16909"/>
                  <a:pt x="3344418" y="18288"/>
                </a:cubicBezTo>
                <a:cubicBezTo>
                  <a:pt x="3012370" y="19667"/>
                  <a:pt x="2945824" y="14410"/>
                  <a:pt x="2816352" y="18288"/>
                </a:cubicBezTo>
                <a:cubicBezTo>
                  <a:pt x="2686880" y="22166"/>
                  <a:pt x="2438351" y="13507"/>
                  <a:pt x="2137410" y="18288"/>
                </a:cubicBezTo>
                <a:cubicBezTo>
                  <a:pt x="1836469" y="23069"/>
                  <a:pt x="1581391" y="46111"/>
                  <a:pt x="1408176" y="18288"/>
                </a:cubicBezTo>
                <a:cubicBezTo>
                  <a:pt x="1234961" y="-9535"/>
                  <a:pt x="1040489" y="-7495"/>
                  <a:pt x="829818" y="18288"/>
                </a:cubicBezTo>
                <a:cubicBezTo>
                  <a:pt x="619147" y="44071"/>
                  <a:pt x="238626" y="37568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029200" h="18288" stroke="0" extrusionOk="0">
                <a:moveTo>
                  <a:pt x="0" y="0"/>
                </a:moveTo>
                <a:cubicBezTo>
                  <a:pt x="165412" y="-21137"/>
                  <a:pt x="322344" y="-21985"/>
                  <a:pt x="578358" y="0"/>
                </a:cubicBezTo>
                <a:cubicBezTo>
                  <a:pt x="834372" y="21985"/>
                  <a:pt x="907099" y="-19195"/>
                  <a:pt x="1056132" y="0"/>
                </a:cubicBezTo>
                <a:cubicBezTo>
                  <a:pt x="1205165" y="19195"/>
                  <a:pt x="1612834" y="-24928"/>
                  <a:pt x="1785366" y="0"/>
                </a:cubicBezTo>
                <a:cubicBezTo>
                  <a:pt x="1957898" y="24928"/>
                  <a:pt x="2149044" y="19108"/>
                  <a:pt x="2363724" y="0"/>
                </a:cubicBezTo>
                <a:cubicBezTo>
                  <a:pt x="2578404" y="-19108"/>
                  <a:pt x="2759981" y="-21788"/>
                  <a:pt x="2942082" y="0"/>
                </a:cubicBezTo>
                <a:cubicBezTo>
                  <a:pt x="3124183" y="21788"/>
                  <a:pt x="3482217" y="8836"/>
                  <a:pt x="3671316" y="0"/>
                </a:cubicBezTo>
                <a:cubicBezTo>
                  <a:pt x="3860415" y="-8836"/>
                  <a:pt x="4058665" y="-25048"/>
                  <a:pt x="4199382" y="0"/>
                </a:cubicBezTo>
                <a:cubicBezTo>
                  <a:pt x="4340099" y="25048"/>
                  <a:pt x="4735096" y="-22088"/>
                  <a:pt x="5029200" y="0"/>
                </a:cubicBezTo>
                <a:cubicBezTo>
                  <a:pt x="5028517" y="5414"/>
                  <a:pt x="5028480" y="12510"/>
                  <a:pt x="5029200" y="18288"/>
                </a:cubicBezTo>
                <a:cubicBezTo>
                  <a:pt x="4891577" y="31493"/>
                  <a:pt x="4684146" y="-2509"/>
                  <a:pt x="4501134" y="18288"/>
                </a:cubicBezTo>
                <a:cubicBezTo>
                  <a:pt x="4318122" y="39085"/>
                  <a:pt x="4030703" y="3672"/>
                  <a:pt x="3872484" y="18288"/>
                </a:cubicBezTo>
                <a:cubicBezTo>
                  <a:pt x="3714265" y="32905"/>
                  <a:pt x="3546134" y="7501"/>
                  <a:pt x="3294126" y="18288"/>
                </a:cubicBezTo>
                <a:cubicBezTo>
                  <a:pt x="3042118" y="29075"/>
                  <a:pt x="2912116" y="11153"/>
                  <a:pt x="2564892" y="18288"/>
                </a:cubicBezTo>
                <a:cubicBezTo>
                  <a:pt x="2217668" y="25423"/>
                  <a:pt x="2095118" y="11659"/>
                  <a:pt x="1835658" y="18288"/>
                </a:cubicBezTo>
                <a:cubicBezTo>
                  <a:pt x="1576198" y="24917"/>
                  <a:pt x="1500897" y="19889"/>
                  <a:pt x="1307592" y="18288"/>
                </a:cubicBezTo>
                <a:cubicBezTo>
                  <a:pt x="1114287" y="16687"/>
                  <a:pt x="961527" y="47453"/>
                  <a:pt x="678942" y="18288"/>
                </a:cubicBezTo>
                <a:cubicBezTo>
                  <a:pt x="396357" y="-10877"/>
                  <a:pt x="271066" y="23005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38100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122276-ADAE-ABF1-BBE7-40AFD6B05C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59354" y="2798064"/>
            <a:ext cx="5461095" cy="341761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>
                <a:solidFill>
                  <a:srgbClr val="FFFFFF"/>
                </a:solidFill>
              </a:rPr>
              <a:t>The game runs for 150 seconds. After the timer expires, a 'Game Over' message is displayed along with the final score.</a:t>
            </a:r>
          </a:p>
        </p:txBody>
      </p:sp>
    </p:spTree>
    <p:extLst>
      <p:ext uri="{BB962C8B-B14F-4D97-AF65-F5344CB8AC3E}">
        <p14:creationId xmlns:p14="http://schemas.microsoft.com/office/powerpoint/2010/main" val="4162886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B831B6F-405A-4B47-B9BB-5CA88F28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Music">
            <a:extLst>
              <a:ext uri="{FF2B5EF4-FFF2-40B4-BE49-F238E27FC236}">
                <a16:creationId xmlns:a16="http://schemas.microsoft.com/office/drawing/2014/main" id="{9CA05AF9-1A47-68DB-6E35-A6A4A8034E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4988" y="1744515"/>
            <a:ext cx="3368969" cy="3368969"/>
          </a:xfrm>
          <a:prstGeom prst="rect">
            <a:avLst/>
          </a:prstGeom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5109354-9C5D-4F8C-B0E6-D1043C7BF2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9992" y="0"/>
            <a:ext cx="7562008" cy="6858000"/>
          </a:xfrm>
          <a:custGeom>
            <a:avLst/>
            <a:gdLst>
              <a:gd name="connsiteX0" fmla="*/ 7529613 w 7529613"/>
              <a:gd name="connsiteY0" fmla="*/ 0 h 6858000"/>
              <a:gd name="connsiteX1" fmla="*/ 1222331 w 7529613"/>
              <a:gd name="connsiteY1" fmla="*/ 0 h 6858000"/>
              <a:gd name="connsiteX2" fmla="*/ 1126483 w 7529613"/>
              <a:gd name="connsiteY2" fmla="*/ 148742 h 6858000"/>
              <a:gd name="connsiteX3" fmla="*/ 767554 w 7529613"/>
              <a:gd name="connsiteY3" fmla="*/ 819975 h 6858000"/>
              <a:gd name="connsiteX4" fmla="*/ 742103 w 7529613"/>
              <a:gd name="connsiteY4" fmla="*/ 854514 h 6858000"/>
              <a:gd name="connsiteX5" fmla="*/ 785881 w 7529613"/>
              <a:gd name="connsiteY5" fmla="*/ 750263 h 6858000"/>
              <a:gd name="connsiteX6" fmla="*/ 978978 w 7529613"/>
              <a:gd name="connsiteY6" fmla="*/ 331786 h 6858000"/>
              <a:gd name="connsiteX7" fmla="*/ 1155717 w 7529613"/>
              <a:gd name="connsiteY7" fmla="*/ 0 h 6858000"/>
              <a:gd name="connsiteX8" fmla="*/ 1098249 w 7529613"/>
              <a:gd name="connsiteY8" fmla="*/ 0 h 6858000"/>
              <a:gd name="connsiteX9" fmla="*/ 991458 w 7529613"/>
              <a:gd name="connsiteY9" fmla="*/ 196614 h 6858000"/>
              <a:gd name="connsiteX10" fmla="*/ 493941 w 7529613"/>
              <a:gd name="connsiteY10" fmla="*/ 1371196 h 6858000"/>
              <a:gd name="connsiteX11" fmla="*/ 46485 w 7529613"/>
              <a:gd name="connsiteY11" fmla="*/ 3331516 h 6858000"/>
              <a:gd name="connsiteX12" fmla="*/ 12252 w 7529613"/>
              <a:gd name="connsiteY12" fmla="*/ 4357388 h 6858000"/>
              <a:gd name="connsiteX13" fmla="*/ 170821 w 7529613"/>
              <a:gd name="connsiteY13" fmla="*/ 5552906 h 6858000"/>
              <a:gd name="connsiteX14" fmla="*/ 537265 w 7529613"/>
              <a:gd name="connsiteY14" fmla="*/ 6828295 h 6858000"/>
              <a:gd name="connsiteX15" fmla="*/ 549692 w 7529613"/>
              <a:gd name="connsiteY15" fmla="*/ 6858000 h 6858000"/>
              <a:gd name="connsiteX16" fmla="*/ 602234 w 7529613"/>
              <a:gd name="connsiteY16" fmla="*/ 6858000 h 6858000"/>
              <a:gd name="connsiteX17" fmla="*/ 595414 w 7529613"/>
              <a:gd name="connsiteY17" fmla="*/ 6841549 h 6858000"/>
              <a:gd name="connsiteX18" fmla="*/ 364260 w 7529613"/>
              <a:gd name="connsiteY18" fmla="*/ 6142729 h 6858000"/>
              <a:gd name="connsiteX19" fmla="*/ 213071 w 7529613"/>
              <a:gd name="connsiteY19" fmla="*/ 5513923 h 6858000"/>
              <a:gd name="connsiteX20" fmla="*/ 211290 w 7529613"/>
              <a:gd name="connsiteY20" fmla="*/ 5480401 h 6858000"/>
              <a:gd name="connsiteX21" fmla="*/ 311446 w 7529613"/>
              <a:gd name="connsiteY21" fmla="*/ 5830359 h 6858000"/>
              <a:gd name="connsiteX22" fmla="*/ 622963 w 7529613"/>
              <a:gd name="connsiteY22" fmla="*/ 6670527 h 6858000"/>
              <a:gd name="connsiteX23" fmla="*/ 710464 w 7529613"/>
              <a:gd name="connsiteY23" fmla="*/ 6858000 h 6858000"/>
              <a:gd name="connsiteX24" fmla="*/ 7529613 w 7529613"/>
              <a:gd name="connsiteY2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7529613" h="6858000">
                <a:moveTo>
                  <a:pt x="7529613" y="0"/>
                </a:moveTo>
                <a:lnTo>
                  <a:pt x="1222331" y="0"/>
                </a:lnTo>
                <a:lnTo>
                  <a:pt x="1126483" y="148742"/>
                </a:lnTo>
                <a:cubicBezTo>
                  <a:pt x="995323" y="365513"/>
                  <a:pt x="876174" y="589569"/>
                  <a:pt x="767554" y="819975"/>
                </a:cubicBezTo>
                <a:cubicBezTo>
                  <a:pt x="762210" y="833492"/>
                  <a:pt x="753441" y="845393"/>
                  <a:pt x="742103" y="854514"/>
                </a:cubicBezTo>
                <a:cubicBezTo>
                  <a:pt x="756737" y="819849"/>
                  <a:pt x="770991" y="784928"/>
                  <a:pt x="785881" y="750263"/>
                </a:cubicBezTo>
                <a:cubicBezTo>
                  <a:pt x="846713" y="608712"/>
                  <a:pt x="910948" y="469145"/>
                  <a:pt x="978978" y="331786"/>
                </a:cubicBezTo>
                <a:lnTo>
                  <a:pt x="1155717" y="0"/>
                </a:lnTo>
                <a:lnTo>
                  <a:pt x="1098249" y="0"/>
                </a:lnTo>
                <a:lnTo>
                  <a:pt x="991458" y="196614"/>
                </a:lnTo>
                <a:cubicBezTo>
                  <a:pt x="797017" y="573253"/>
                  <a:pt x="633548" y="966066"/>
                  <a:pt x="493941" y="1371196"/>
                </a:cubicBezTo>
                <a:cubicBezTo>
                  <a:pt x="276630" y="2007265"/>
                  <a:pt x="126659" y="2664286"/>
                  <a:pt x="46485" y="3331516"/>
                </a:cubicBezTo>
                <a:cubicBezTo>
                  <a:pt x="4488" y="3672965"/>
                  <a:pt x="-14219" y="4013908"/>
                  <a:pt x="12252" y="4357388"/>
                </a:cubicBezTo>
                <a:cubicBezTo>
                  <a:pt x="43558" y="4758899"/>
                  <a:pt x="90773" y="5157998"/>
                  <a:pt x="170821" y="5552906"/>
                </a:cubicBezTo>
                <a:cubicBezTo>
                  <a:pt x="259109" y="5988893"/>
                  <a:pt x="378967" y="6414594"/>
                  <a:pt x="537265" y="6828295"/>
                </a:cubicBezTo>
                <a:lnTo>
                  <a:pt x="549692" y="6858000"/>
                </a:lnTo>
                <a:lnTo>
                  <a:pt x="602234" y="6858000"/>
                </a:lnTo>
                <a:lnTo>
                  <a:pt x="595414" y="6841549"/>
                </a:lnTo>
                <a:cubicBezTo>
                  <a:pt x="507884" y="6614016"/>
                  <a:pt x="431296" y="6380817"/>
                  <a:pt x="364260" y="6142729"/>
                </a:cubicBezTo>
                <a:cubicBezTo>
                  <a:pt x="305974" y="5935370"/>
                  <a:pt x="262958" y="5723695"/>
                  <a:pt x="213071" y="5513923"/>
                </a:cubicBezTo>
                <a:cubicBezTo>
                  <a:pt x="211892" y="5502788"/>
                  <a:pt x="211299" y="5491601"/>
                  <a:pt x="211290" y="5480401"/>
                </a:cubicBezTo>
                <a:cubicBezTo>
                  <a:pt x="247814" y="5607635"/>
                  <a:pt x="276958" y="5719759"/>
                  <a:pt x="311446" y="5830359"/>
                </a:cubicBezTo>
                <a:cubicBezTo>
                  <a:pt x="401357" y="6118381"/>
                  <a:pt x="505060" y="6398531"/>
                  <a:pt x="622963" y="6670527"/>
                </a:cubicBezTo>
                <a:lnTo>
                  <a:pt x="710464" y="6858000"/>
                </a:lnTo>
                <a:lnTo>
                  <a:pt x="7529613" y="6858000"/>
                </a:lnTo>
                <a:close/>
              </a:path>
            </a:pathLst>
          </a:custGeom>
          <a:solidFill>
            <a:schemeClr val="accent2"/>
          </a:solidFill>
          <a:ln w="685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C96B99-6DFA-0B1C-157A-1B9375BF6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9354" y="457201"/>
            <a:ext cx="5337270" cy="183591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Background Music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49B530FE-A87D-41A0-A920-ADC6539EA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59353" y="2560829"/>
            <a:ext cx="5029200" cy="18288"/>
          </a:xfrm>
          <a:custGeom>
            <a:avLst/>
            <a:gdLst>
              <a:gd name="connsiteX0" fmla="*/ 0 w 5029200"/>
              <a:gd name="connsiteY0" fmla="*/ 0 h 18288"/>
              <a:gd name="connsiteX1" fmla="*/ 528066 w 5029200"/>
              <a:gd name="connsiteY1" fmla="*/ 0 h 18288"/>
              <a:gd name="connsiteX2" fmla="*/ 1207008 w 5029200"/>
              <a:gd name="connsiteY2" fmla="*/ 0 h 18288"/>
              <a:gd name="connsiteX3" fmla="*/ 1785366 w 5029200"/>
              <a:gd name="connsiteY3" fmla="*/ 0 h 18288"/>
              <a:gd name="connsiteX4" fmla="*/ 2313432 w 5029200"/>
              <a:gd name="connsiteY4" fmla="*/ 0 h 18288"/>
              <a:gd name="connsiteX5" fmla="*/ 2992374 w 5029200"/>
              <a:gd name="connsiteY5" fmla="*/ 0 h 18288"/>
              <a:gd name="connsiteX6" fmla="*/ 3621024 w 5029200"/>
              <a:gd name="connsiteY6" fmla="*/ 0 h 18288"/>
              <a:gd name="connsiteX7" fmla="*/ 4249674 w 5029200"/>
              <a:gd name="connsiteY7" fmla="*/ 0 h 18288"/>
              <a:gd name="connsiteX8" fmla="*/ 5029200 w 5029200"/>
              <a:gd name="connsiteY8" fmla="*/ 0 h 18288"/>
              <a:gd name="connsiteX9" fmla="*/ 5029200 w 5029200"/>
              <a:gd name="connsiteY9" fmla="*/ 18288 h 18288"/>
              <a:gd name="connsiteX10" fmla="*/ 4501134 w 5029200"/>
              <a:gd name="connsiteY10" fmla="*/ 18288 h 18288"/>
              <a:gd name="connsiteX11" fmla="*/ 4023360 w 5029200"/>
              <a:gd name="connsiteY11" fmla="*/ 18288 h 18288"/>
              <a:gd name="connsiteX12" fmla="*/ 3344418 w 5029200"/>
              <a:gd name="connsiteY12" fmla="*/ 18288 h 18288"/>
              <a:gd name="connsiteX13" fmla="*/ 2816352 w 5029200"/>
              <a:gd name="connsiteY13" fmla="*/ 18288 h 18288"/>
              <a:gd name="connsiteX14" fmla="*/ 2137410 w 5029200"/>
              <a:gd name="connsiteY14" fmla="*/ 18288 h 18288"/>
              <a:gd name="connsiteX15" fmla="*/ 1408176 w 5029200"/>
              <a:gd name="connsiteY15" fmla="*/ 18288 h 18288"/>
              <a:gd name="connsiteX16" fmla="*/ 829818 w 5029200"/>
              <a:gd name="connsiteY16" fmla="*/ 18288 h 18288"/>
              <a:gd name="connsiteX17" fmla="*/ 0 w 5029200"/>
              <a:gd name="connsiteY17" fmla="*/ 18288 h 18288"/>
              <a:gd name="connsiteX18" fmla="*/ 0 w 5029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029200" h="18288" fill="none" extrusionOk="0">
                <a:moveTo>
                  <a:pt x="0" y="0"/>
                </a:moveTo>
                <a:cubicBezTo>
                  <a:pt x="142937" y="1696"/>
                  <a:pt x="371859" y="12840"/>
                  <a:pt x="528066" y="0"/>
                </a:cubicBezTo>
                <a:cubicBezTo>
                  <a:pt x="684273" y="-12840"/>
                  <a:pt x="928949" y="-5725"/>
                  <a:pt x="1207008" y="0"/>
                </a:cubicBezTo>
                <a:cubicBezTo>
                  <a:pt x="1485067" y="5725"/>
                  <a:pt x="1562886" y="-21331"/>
                  <a:pt x="1785366" y="0"/>
                </a:cubicBezTo>
                <a:cubicBezTo>
                  <a:pt x="2007846" y="21331"/>
                  <a:pt x="2056226" y="25221"/>
                  <a:pt x="2313432" y="0"/>
                </a:cubicBezTo>
                <a:cubicBezTo>
                  <a:pt x="2570638" y="-25221"/>
                  <a:pt x="2732455" y="16294"/>
                  <a:pt x="2992374" y="0"/>
                </a:cubicBezTo>
                <a:cubicBezTo>
                  <a:pt x="3252293" y="-16294"/>
                  <a:pt x="3319267" y="-29774"/>
                  <a:pt x="3621024" y="0"/>
                </a:cubicBezTo>
                <a:cubicBezTo>
                  <a:pt x="3922781" y="29774"/>
                  <a:pt x="3998107" y="-1004"/>
                  <a:pt x="4249674" y="0"/>
                </a:cubicBezTo>
                <a:cubicBezTo>
                  <a:pt x="4501241" y="1004"/>
                  <a:pt x="4792523" y="-4510"/>
                  <a:pt x="5029200" y="0"/>
                </a:cubicBezTo>
                <a:cubicBezTo>
                  <a:pt x="5029730" y="6954"/>
                  <a:pt x="5029934" y="12839"/>
                  <a:pt x="5029200" y="18288"/>
                </a:cubicBezTo>
                <a:cubicBezTo>
                  <a:pt x="4805432" y="23154"/>
                  <a:pt x="4715801" y="17034"/>
                  <a:pt x="4501134" y="18288"/>
                </a:cubicBezTo>
                <a:cubicBezTo>
                  <a:pt x="4286467" y="19542"/>
                  <a:pt x="4193719" y="41701"/>
                  <a:pt x="4023360" y="18288"/>
                </a:cubicBezTo>
                <a:cubicBezTo>
                  <a:pt x="3853001" y="-5125"/>
                  <a:pt x="3676466" y="16909"/>
                  <a:pt x="3344418" y="18288"/>
                </a:cubicBezTo>
                <a:cubicBezTo>
                  <a:pt x="3012370" y="19667"/>
                  <a:pt x="2945824" y="14410"/>
                  <a:pt x="2816352" y="18288"/>
                </a:cubicBezTo>
                <a:cubicBezTo>
                  <a:pt x="2686880" y="22166"/>
                  <a:pt x="2438351" y="13507"/>
                  <a:pt x="2137410" y="18288"/>
                </a:cubicBezTo>
                <a:cubicBezTo>
                  <a:pt x="1836469" y="23069"/>
                  <a:pt x="1581391" y="46111"/>
                  <a:pt x="1408176" y="18288"/>
                </a:cubicBezTo>
                <a:cubicBezTo>
                  <a:pt x="1234961" y="-9535"/>
                  <a:pt x="1040489" y="-7495"/>
                  <a:pt x="829818" y="18288"/>
                </a:cubicBezTo>
                <a:cubicBezTo>
                  <a:pt x="619147" y="44071"/>
                  <a:pt x="238626" y="37568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029200" h="18288" stroke="0" extrusionOk="0">
                <a:moveTo>
                  <a:pt x="0" y="0"/>
                </a:moveTo>
                <a:cubicBezTo>
                  <a:pt x="165412" y="-21137"/>
                  <a:pt x="322344" y="-21985"/>
                  <a:pt x="578358" y="0"/>
                </a:cubicBezTo>
                <a:cubicBezTo>
                  <a:pt x="834372" y="21985"/>
                  <a:pt x="907099" y="-19195"/>
                  <a:pt x="1056132" y="0"/>
                </a:cubicBezTo>
                <a:cubicBezTo>
                  <a:pt x="1205165" y="19195"/>
                  <a:pt x="1612834" y="-24928"/>
                  <a:pt x="1785366" y="0"/>
                </a:cubicBezTo>
                <a:cubicBezTo>
                  <a:pt x="1957898" y="24928"/>
                  <a:pt x="2149044" y="19108"/>
                  <a:pt x="2363724" y="0"/>
                </a:cubicBezTo>
                <a:cubicBezTo>
                  <a:pt x="2578404" y="-19108"/>
                  <a:pt x="2759981" y="-21788"/>
                  <a:pt x="2942082" y="0"/>
                </a:cubicBezTo>
                <a:cubicBezTo>
                  <a:pt x="3124183" y="21788"/>
                  <a:pt x="3482217" y="8836"/>
                  <a:pt x="3671316" y="0"/>
                </a:cubicBezTo>
                <a:cubicBezTo>
                  <a:pt x="3860415" y="-8836"/>
                  <a:pt x="4058665" y="-25048"/>
                  <a:pt x="4199382" y="0"/>
                </a:cubicBezTo>
                <a:cubicBezTo>
                  <a:pt x="4340099" y="25048"/>
                  <a:pt x="4735096" y="-22088"/>
                  <a:pt x="5029200" y="0"/>
                </a:cubicBezTo>
                <a:cubicBezTo>
                  <a:pt x="5028517" y="5414"/>
                  <a:pt x="5028480" y="12510"/>
                  <a:pt x="5029200" y="18288"/>
                </a:cubicBezTo>
                <a:cubicBezTo>
                  <a:pt x="4891577" y="31493"/>
                  <a:pt x="4684146" y="-2509"/>
                  <a:pt x="4501134" y="18288"/>
                </a:cubicBezTo>
                <a:cubicBezTo>
                  <a:pt x="4318122" y="39085"/>
                  <a:pt x="4030703" y="3672"/>
                  <a:pt x="3872484" y="18288"/>
                </a:cubicBezTo>
                <a:cubicBezTo>
                  <a:pt x="3714265" y="32905"/>
                  <a:pt x="3546134" y="7501"/>
                  <a:pt x="3294126" y="18288"/>
                </a:cubicBezTo>
                <a:cubicBezTo>
                  <a:pt x="3042118" y="29075"/>
                  <a:pt x="2912116" y="11153"/>
                  <a:pt x="2564892" y="18288"/>
                </a:cubicBezTo>
                <a:cubicBezTo>
                  <a:pt x="2217668" y="25423"/>
                  <a:pt x="2095118" y="11659"/>
                  <a:pt x="1835658" y="18288"/>
                </a:cubicBezTo>
                <a:cubicBezTo>
                  <a:pt x="1576198" y="24917"/>
                  <a:pt x="1500897" y="19889"/>
                  <a:pt x="1307592" y="18288"/>
                </a:cubicBezTo>
                <a:cubicBezTo>
                  <a:pt x="1114287" y="16687"/>
                  <a:pt x="961527" y="47453"/>
                  <a:pt x="678942" y="18288"/>
                </a:cubicBezTo>
                <a:cubicBezTo>
                  <a:pt x="396357" y="-10877"/>
                  <a:pt x="271066" y="23005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38100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55C741-3E13-92CF-8639-4B9F2E36EF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59354" y="2798064"/>
            <a:ext cx="5461095" cy="341761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>
                <a:solidFill>
                  <a:srgbClr val="FFFFFF"/>
                </a:solidFill>
              </a:rPr>
              <a:t>Background music is added to enhance the gaming experience. It plays continuously during the game.</a:t>
            </a:r>
          </a:p>
        </p:txBody>
      </p:sp>
    </p:spTree>
    <p:extLst>
      <p:ext uri="{BB962C8B-B14F-4D97-AF65-F5344CB8AC3E}">
        <p14:creationId xmlns:p14="http://schemas.microsoft.com/office/powerpoint/2010/main" val="738612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4474A8-E3F9-87C9-D1CC-1A45C2ECC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Game Over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ED16A-C0DB-4BC3-3AB1-B85A96255C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70153" y="1526033"/>
            <a:ext cx="5536397" cy="393528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After 150 seconds, the game displays a 'Game Over' message. It  shows the final score based on the number of bubbles burst.</a:t>
            </a:r>
          </a:p>
        </p:txBody>
      </p:sp>
    </p:spTree>
    <p:extLst>
      <p:ext uri="{BB962C8B-B14F-4D97-AF65-F5344CB8AC3E}">
        <p14:creationId xmlns:p14="http://schemas.microsoft.com/office/powerpoint/2010/main" val="27633459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212</Words>
  <Application>Microsoft Office PowerPoint</Application>
  <PresentationFormat>Widescreen</PresentationFormat>
  <Paragraphs>25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PF Project</vt:lpstr>
      <vt:lpstr>Game Features</vt:lpstr>
      <vt:lpstr>Game Logic</vt:lpstr>
      <vt:lpstr>Game Timer</vt:lpstr>
      <vt:lpstr>Background Music</vt:lpstr>
      <vt:lpstr>Game Over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PF Project</dc:title>
  <dc:creator>Nauman Rafay</dc:creator>
  <cp:lastModifiedBy>Nauman Rafay</cp:lastModifiedBy>
  <cp:revision>1</cp:revision>
  <dcterms:created xsi:type="dcterms:W3CDTF">2024-12-08T08:30:43Z</dcterms:created>
  <dcterms:modified xsi:type="dcterms:W3CDTF">2024-12-08T08:38:03Z</dcterms:modified>
</cp:coreProperties>
</file>